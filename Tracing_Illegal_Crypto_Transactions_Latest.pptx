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4" r:id="rId1"/>
  </p:sldMasterIdLst>
  <p:notesMasterIdLst>
    <p:notesMasterId r:id="rId10"/>
  </p:notesMasterIdLst>
  <p:sldIdLst>
    <p:sldId id="264" r:id="rId2"/>
    <p:sldId id="256" r:id="rId3"/>
    <p:sldId id="265" r:id="rId4"/>
    <p:sldId id="266" r:id="rId5"/>
    <p:sldId id="260" r:id="rId6"/>
    <p:sldId id="267" r:id="rId7"/>
    <p:sldId id="268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29D6A-F4DF-4993-A261-F52B169CF437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B0574-E02D-4A45-8075-209C15572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45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0B0574-E02D-4A45-8075-209C155725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91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22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4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7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48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2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9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2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7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5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5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7729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95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5120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1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0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1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72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48" y="1182394"/>
            <a:ext cx="5069088" cy="2034516"/>
          </a:xfrm>
        </p:spPr>
        <p:txBody>
          <a:bodyPr>
            <a:normAutofit/>
          </a:bodyPr>
          <a:lstStyle/>
          <a:p>
            <a:r>
              <a:rPr lang="en-US" dirty="0" smtClean="0"/>
              <a:t>CipherCop Hackathon 2025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7109" y="2779414"/>
            <a:ext cx="4191158" cy="32683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Yogeshwar Bugide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Ashok Reddy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Palla Nagender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Ratnadeep</a:t>
            </a:r>
          </a:p>
        </p:txBody>
      </p:sp>
    </p:spTree>
    <p:extLst>
      <p:ext uri="{BB962C8B-B14F-4D97-AF65-F5344CB8AC3E}">
        <p14:creationId xmlns:p14="http://schemas.microsoft.com/office/powerpoint/2010/main" val="428420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422" y="398353"/>
            <a:ext cx="6154713" cy="2362955"/>
          </a:xfrm>
        </p:spPr>
        <p:txBody>
          <a:bodyPr>
            <a:normAutofit/>
          </a:bodyPr>
          <a:lstStyle/>
          <a:p>
            <a:r>
              <a:rPr lang="en-US" dirty="0"/>
              <a:t>Tracing illegal </a:t>
            </a:r>
            <a:r>
              <a:rPr lang="en-US" dirty="0" smtClean="0"/>
              <a:t>Crypto currency </a:t>
            </a:r>
            <a:r>
              <a:rPr lang="en-US" dirty="0"/>
              <a:t>Transactions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5705" y="3295461"/>
            <a:ext cx="4954250" cy="823866"/>
          </a:xfrm>
        </p:spPr>
        <p:txBody>
          <a:bodyPr/>
          <a:lstStyle/>
          <a:p>
            <a:r>
              <a:rPr dirty="0"/>
              <a:t>Understanding </a:t>
            </a:r>
            <a:r>
              <a:rPr dirty="0" smtClean="0"/>
              <a:t>Techniques </a:t>
            </a:r>
            <a:r>
              <a:rPr dirty="0"/>
              <a:t>&amp; Challenges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941" y="338171"/>
            <a:ext cx="57775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What is Crypto 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162962" y="1020251"/>
            <a:ext cx="8455937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</a:rPr>
              <a:t>Crypto currency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is a type of digital or virtual money that uses cryptography (advanced encryption) to secure transactions.</a:t>
            </a:r>
          </a:p>
          <a:p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🔑 Key Features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Decentralized – No central authority (like banks or governments) controls it. </a:t>
            </a:r>
            <a:r>
              <a:rPr lang="en-US" sz="2000" b="1" u="sng" dirty="0">
                <a:solidFill>
                  <a:schemeClr val="bg2">
                    <a:lumMod val="75000"/>
                  </a:schemeClr>
                </a:solidFill>
              </a:rPr>
              <a:t>Most run on </a:t>
            </a:r>
            <a:r>
              <a:rPr lang="en-US" sz="2000" b="1" u="sng" dirty="0" smtClean="0">
                <a:solidFill>
                  <a:schemeClr val="bg2">
                    <a:lumMod val="75000"/>
                  </a:schemeClr>
                </a:solidFill>
              </a:rPr>
              <a:t>block chain </a:t>
            </a:r>
            <a:r>
              <a:rPr lang="en-US" sz="2000" b="1" u="sng" dirty="0">
                <a:solidFill>
                  <a:schemeClr val="bg2">
                    <a:lumMod val="75000"/>
                  </a:schemeClr>
                </a:solidFill>
              </a:rPr>
              <a:t>(a distributed ledger).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Secure – Transactions are encrypted and verified by network participants (miners/validators).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Transparent – All transactions are recorded on the </a:t>
            </a:r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</a:rPr>
              <a:t>block chain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and can be viewed publicly.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Borderless – Can be sent/received anywhere in the world, 24/7.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Limited Supply – Many have a fixed supply (e.g., </a:t>
            </a:r>
            <a:r>
              <a:rPr lang="en-US" sz="2000" dirty="0" err="1" smtClean="0">
                <a:solidFill>
                  <a:schemeClr val="bg2">
                    <a:lumMod val="75000"/>
                  </a:schemeClr>
                </a:solidFill>
              </a:rPr>
              <a:t>Bitcoin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: 21 million max), making them resistant to inflation</a:t>
            </a:r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</a:rPr>
              <a:t>Examples of </a:t>
            </a:r>
            <a:r>
              <a:rPr lang="en-US" sz="2000" dirty="0" err="1" smtClean="0">
                <a:solidFill>
                  <a:schemeClr val="bg2">
                    <a:lumMod val="75000"/>
                  </a:schemeClr>
                </a:solidFill>
              </a:rPr>
              <a:t>Cryto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Bitcoin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(BTC): First and most widely used.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Ethereum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(ETH): Smart contracts and decentralized apps.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Ripple (XRP),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Litecoin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(LTC),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Monero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(XMR),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Dogecoin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(DOGE) etc.</a:t>
            </a:r>
          </a:p>
          <a:p>
            <a:pPr>
              <a:buFont typeface="+mj-lt"/>
              <a:buAutoNum type="arabicPeriod"/>
            </a:pP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5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941" y="338171"/>
            <a:ext cx="72619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cap="all" dirty="0" smtClean="0">
                <a:ln w="3175" cmpd="sng">
                  <a:noFill/>
                </a:ln>
                <a:latin typeface="+mj-lt"/>
                <a:ea typeface="+mj-ea"/>
                <a:cs typeface="+mj-cs"/>
              </a:rPr>
              <a:t>Crypto Currency - TRANSACTION</a:t>
            </a:r>
            <a:endParaRPr lang="en-US" sz="3200" cap="all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28" y="1409841"/>
            <a:ext cx="4572000" cy="9239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54728" y="2820661"/>
            <a:ext cx="6351007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{</a:t>
            </a:r>
            <a:endParaRPr lang="en-US" sz="1000" dirty="0"/>
          </a:p>
          <a:p>
            <a:r>
              <a:rPr lang="en-US" sz="1000" dirty="0"/>
              <a:t>  "inputs": [</a:t>
            </a:r>
          </a:p>
          <a:p>
            <a:r>
              <a:rPr lang="en-US" sz="1000" dirty="0"/>
              <a:t>    {</a:t>
            </a:r>
          </a:p>
          <a:p>
            <a:r>
              <a:rPr lang="en-US" sz="1000" dirty="0"/>
              <a:t>      "prev_tx": "abcd1234...", </a:t>
            </a:r>
          </a:p>
          <a:p>
            <a:r>
              <a:rPr lang="en-US" sz="1000" dirty="0"/>
              <a:t>      "output_index": 0,</a:t>
            </a:r>
          </a:p>
          <a:p>
            <a:r>
              <a:rPr lang="en-US" sz="1000" dirty="0"/>
              <a:t>      "signature": "YogeshPrivateKeySignature"</a:t>
            </a:r>
          </a:p>
          <a:p>
            <a:r>
              <a:rPr lang="en-US" sz="1000" dirty="0"/>
              <a:t>    }</a:t>
            </a:r>
          </a:p>
          <a:p>
            <a:r>
              <a:rPr lang="en-US" sz="1000" dirty="0"/>
              <a:t>  ],</a:t>
            </a:r>
          </a:p>
          <a:p>
            <a:r>
              <a:rPr lang="en-US" sz="1000" dirty="0"/>
              <a:t>  "outputs": [</a:t>
            </a:r>
          </a:p>
          <a:p>
            <a:r>
              <a:rPr lang="en-US" sz="1000" dirty="0"/>
              <a:t>    {</a:t>
            </a:r>
          </a:p>
          <a:p>
            <a:r>
              <a:rPr lang="en-US" sz="1000" dirty="0"/>
              <a:t>      "address": "GeethaBitcoinAddress",</a:t>
            </a:r>
          </a:p>
          <a:p>
            <a:r>
              <a:rPr lang="en-US" sz="1000" dirty="0"/>
              <a:t>      "value": 10.0</a:t>
            </a:r>
          </a:p>
          <a:p>
            <a:r>
              <a:rPr lang="en-US" sz="1000" dirty="0"/>
              <a:t>    },</a:t>
            </a:r>
          </a:p>
          <a:p>
            <a:r>
              <a:rPr lang="en-US" sz="1000" dirty="0"/>
              <a:t>    {</a:t>
            </a:r>
          </a:p>
          <a:p>
            <a:r>
              <a:rPr lang="en-US" sz="1000" dirty="0"/>
              <a:t>      "address": "YogeshChangeAddress",</a:t>
            </a:r>
          </a:p>
          <a:p>
            <a:r>
              <a:rPr lang="en-US" sz="1000" dirty="0"/>
              <a:t>      "value": 2.5</a:t>
            </a:r>
          </a:p>
          <a:p>
            <a:r>
              <a:rPr lang="en-US" sz="1000" dirty="0"/>
              <a:t>    }</a:t>
            </a:r>
          </a:p>
          <a:p>
            <a:r>
              <a:rPr lang="en-US" sz="1000" dirty="0"/>
              <a:t>  ],</a:t>
            </a:r>
          </a:p>
          <a:p>
            <a:r>
              <a:rPr lang="en-US" sz="1000" dirty="0"/>
              <a:t>  "fee": 0.0005</a:t>
            </a:r>
          </a:p>
          <a:p>
            <a:r>
              <a:rPr lang="en-US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732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689" y="23388"/>
            <a:ext cx="6554867" cy="1524000"/>
          </a:xfrm>
        </p:spPr>
        <p:txBody>
          <a:bodyPr/>
          <a:lstStyle/>
          <a:p>
            <a:r>
              <a:rPr dirty="0"/>
              <a:t>Key </a:t>
            </a:r>
            <a:r>
              <a:rPr dirty="0" smtClean="0"/>
              <a:t>Techniques</a:t>
            </a:r>
            <a:r>
              <a:rPr lang="en-US" dirty="0" smtClean="0"/>
              <a:t> TO TRACE ILLEGAL TRANSACTIONS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690" y="1385180"/>
            <a:ext cx="6844578" cy="2504885"/>
          </a:xfrm>
        </p:spPr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r>
              <a:rPr dirty="0" smtClean="0"/>
              <a:t>• </a:t>
            </a:r>
            <a:r>
              <a:rPr lang="en-US" dirty="0" smtClean="0"/>
              <a:t>Since many of the crypto are public , we can get the transaction details </a:t>
            </a:r>
            <a:r>
              <a:rPr lang="en-US" dirty="0"/>
              <a:t>from Blockchain.com API , </a:t>
            </a:r>
            <a:r>
              <a:rPr lang="en-US" dirty="0" smtClean="0"/>
              <a:t>Block Cypher </a:t>
            </a:r>
            <a:r>
              <a:rPr lang="en-US" dirty="0"/>
              <a:t>API, </a:t>
            </a:r>
            <a:r>
              <a:rPr lang="en-US" dirty="0" smtClean="0"/>
              <a:t>Block chair </a:t>
            </a:r>
            <a:r>
              <a:rPr lang="en-US" dirty="0"/>
              <a:t>API, </a:t>
            </a:r>
            <a:r>
              <a:rPr lang="en-US" dirty="0" smtClean="0"/>
              <a:t>Ether scan </a:t>
            </a:r>
            <a:r>
              <a:rPr lang="en-US" dirty="0"/>
              <a:t>API</a:t>
            </a:r>
            <a:endParaRPr lang="en-US" dirty="0" smtClean="0"/>
          </a:p>
          <a:p>
            <a:r>
              <a:rPr lang="en-US" dirty="0"/>
              <a:t>• Detecting mixers/tumblers – obfuscation services</a:t>
            </a:r>
            <a:r>
              <a:rPr lang="en-US" dirty="0" smtClean="0"/>
              <a:t>.</a:t>
            </a:r>
            <a:endParaRPr dirty="0"/>
          </a:p>
          <a:p>
            <a:r>
              <a:rPr dirty="0"/>
              <a:t>• Chain hopping – cross-chain transfers.</a:t>
            </a:r>
          </a:p>
          <a:p>
            <a:r>
              <a:rPr dirty="0"/>
              <a:t>• Peel chains – gradual fund transfers.</a:t>
            </a:r>
          </a:p>
          <a:p>
            <a:r>
              <a:rPr dirty="0"/>
              <a:t>• Transaction graph analysis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• Cluster analysis – grouping related addresses.</a:t>
            </a:r>
          </a:p>
          <a:p>
            <a:endParaRPr dirty="0"/>
          </a:p>
        </p:txBody>
      </p:sp>
      <p:sp>
        <p:nvSpPr>
          <p:cNvPr id="5" name="AutoShape 2" descr="data:image/png;base64,iVBORw0KGgoAAAANSUhEUgAABxAAAARcCAYAAAC6HQTmAAAZrHRFWHRteGZpbGUAJTNDbXhHcmFwaE1vZGVsJTIwZHglM0QlMjIxMDQyJTIyJTIwZHklM0QlMjI1NzAlMjIlMjBncmlkJTNEJTIyMSUyMiUyMGdyaWRTaXplJTNEJTIyMTAlMjIlMjBndWlkZXMlM0QlMjIxJTIyJTIwdG9vbHRpcHMlM0QlMjIxJTIyJTIwY29ubmVjdCUzRCUyMjElMjIlMjBhcnJvd3MlM0QlMjIxJTIyJTIwZm9sZCUzRCUyMjElMjIlMjBwYWdlJTNEJTIyMSUyMiUyMHBhZ2VTY2FsZSUzRCUyMjElMjIlMjBwYWdlV2lkdGglM0QlMjI4NTAlMjIlMjBwYWdlSGVpZ2h0JTNEJTIyMTEwMCUyMiUyMG1hdGglM0QlMjIwJTIyJTIwc2hhZG93JTNEJTIyMCUyMiUzRSUzQ3Jvb3QlM0UlM0NteENlbGwlMjBpZCUzRCUyMjAlMjIlMkYlM0UlM0NteENlbGwlMjBpZCUzRCUyMjElMjIlMjBwYXJlbnQlM0QlMjIwJTIyJTJGJTNFJTNDbXhDZWxsJTIwaWQlM0QlMjJ3S2kzTDJITHVYbDZmbW40SHhySy0xJTIyJTIwdmFsdWUlM0QlMjIlMjIlMjBzdHlsZSUzRCUyMmVsbGlwc2UlM0J3aGl0ZVNwYWNlJTNEd3JhcCUzQmh0bWwlM0QxJTNCYXNwZWN0JTNEZml4ZWQlM0IlMjIlMjB2ZXJ0ZXglM0QlMjIxJTIyJTIwcGFyZW50JTNEJTIyMSUyMiUzRSUzQ214R2VvbWV0cnklMjB4JTNEJTIyMTgwJTIyJTIweSUzRCUyMjE5MCUyMiUyMHdpZHRoJTNEJTIyMjAlMjIlMjBoZWlnaHQlM0QlMjIyMCUyMiUyMGFzJTNEJTIyZ2VvbWV0cnklMjIlMkYlM0UlM0MlMkZteENlbGwlM0UlM0NteENlbGwlMjBpZCUzRCUyMndLaTNMMkhMdVhsNmZtbjRIeHJLLTIlMjIlMjB2YWx1ZSUzRCUyMiUyMiUyMHN0eWxlJTNEJTIyZWxsaXBzZSUzQndoaXRlU3BhY2UlM0R3cmFwJTNCaHRtbCUzRDElM0Jhc3BlY3QlM0RmaXhlZCUzQiUyMiUyMHZlcnRleCUzRCUyMjElMjIlMjBwYXJlbnQlM0QlMjIxJTIyJTNFJTNDbXhHZW9tZXRyeSUyMHglM0QlMjIzMTAlMjIlMjB5JTNEJTIyMTIwJTIyJTIwd2lkdGglM0QlMjIyMCUyMiUyMGhlaWdodCUzRCUyMjIwJTIyJTIwYXMlM0QlMjJnZW9tZXRyeSUyMiUyRiUzRSUzQyUyRm14Q2VsbCUzRSUzQ214Q2VsbCUyMGlkJTNEJTIyd0tpM0wySEx1WGw2Zm1uNEh4ckstMyUyMiUyMHZhbHVlJTNEJTIyJTIyJTIwc3R5bGUlM0QlMjJlbGxpcHNlJTNCd2hpdGVTcGFjZSUzRHdyYXAlM0JodG1sJTNEMSUzQmFzcGVjdCUzRGZpeGVkJTNCJTIyJTIwdmVydGV4JTNEJTIyMSUyMiUyMHBhcmVudCUzRCUyMjElMjIlM0UlM0NteEdlb21ldHJ5JTIweCUzRCUyMjMxMCUyMiUyMHklM0QlMjIxOTAlMjIlMjB3aWR0aCUzRCUyMjIwJTIyJTIwaGVpZ2h0JTNEJTIyMjAlMjIlMjBhcyUzRCUyMmdlb21ldHJ5JTIyJTJGJTNFJTNDJTJGbXhDZWxsJTNFJTNDbXhDZWxsJTIwaWQlM0QlMjJ3S2kzTDJITHVYbDZmbW40SHhySy00JTIyJTIwdmFsdWUlM0QlMjIlMjIlMjBzdHlsZSUzRCUyMmVsbGlwc2UlM0J3aGl0ZVNwYWNlJTNEd3JhcCUzQmh0bWwlM0QxJTNCYXNwZWN0JTNEZml4ZWQlM0IlMjIlMjB2ZXJ0ZXglM0QlMjIxJTIyJTIwcGFyZW50JTNEJTIyMSUyMiUzRSUzQ214R2VvbWV0cnklMjB4JTNEJTIyMzExJTIyJTIweSUzRCUyMjI2OCUyMiUyMHdpZHRoJTNEJTIyMjAlMjIlMjBoZWlnaHQlM0QlMjIyMCUyMiUyMGFzJTNEJTIyZ2VvbWV0cnklMjIlMkYlM0UlM0MlMkZteENlbGwlM0UlM0NteENlbGwlMjBpZCUzRCUyMndLaTNMMkhMdVhsNmZtbjRIeHJLLTklMjIlMjB2YWx1ZSUzRCUyMiUyMiUyMHN0eWxlJTNEJTIyZW5kQXJyb3clM0RjbGFzc2ljJTNCaHRtbCUzRDElM0Jyb3VuZGVkJTNEMCUzQmV4aXRYJTNEMSUzQmV4aXRZJTNEMC41JTNCZXhpdER4JTNEMCUzQmV4aXREeSUzRDAlM0JlbnRyeVglM0QwJTNCZW50cnlZJTNEMSUzQmVudHJ5RHglM0QwJTNCZW50cnlEeSUzRDAlM0IlMjIlMjBlZGdlJTNEJTIyMSUyMiUyMHBhcmVudCUzRCUyMjElMjIlMjBzb3VyY2UlM0QlMjJ3S2kzTDJITHVYbDZmbW40SHhySy0xJTIyJTIwdGFyZ2V0JTNEJTIyd0tpM0wySEx1WGw2Zm1uNEh4ckstMiUyMiUzRSUzQ214R2VvbWV0cnklMjB3aWR0aCUzRCUyMjUwJTIyJTIwaGVpZ2h0JTNEJTIyNTAlMjIlMjByZWxhdGl2ZSUzRCUyMjElMjIlMjBhcyUzRCUyMmdlb21ldHJ5JTIyJTNFJTNDbXhQb2ludCUyMHglM0QlMjI0MDAlMjIlMjB5JTNEJTIyMzIwJTIyJTIwYXMlM0QlMjJzb3VyY2VQb2ludCUyMiUyRiUzRSUzQ214UG9pbnQlMjB4JTNEJTIyNDUwJTIyJTIweSUzRCUyMjI3MCUyMiUyMGFzJTNEJTIydGFyZ2V0UG9pbnQlMjIlMkYlM0UlM0MlMkZteEdlb21ldHJ5JTNFJTNDJTJGbXhDZWxsJTNFJTNDbXhDZWxsJTIwaWQlM0QlMjJ3S2kzTDJITHVYbDZmbW40SHhySy0xMCUyMiUyMHZhbHVlJTNEJTIyJTIyJTIwc3R5bGUlM0QlMjJlbmRBcnJvdyUzRGNsYXNzaWMlM0JodG1sJTNEMSUzQnJvdW5kZWQlM0QwJTNCZXhpdFglM0QxJTNCZXhpdFklM0QwLjUlM0JleGl0RHglM0QwJTNCZXhpdER5JTNEMCUzQiUyMiUyMGVkZ2UlM0QlMjIxJTIyJTIwcGFyZW50JTNEJTIyMSUyMiUyMHNvdXJjZSUzRCUyMndLaTNMMkhMdVhsNmZtbjRIeHJLLTElMjIlM0UlM0NteEdlb21ldHJ5JTIwd2lkdGglM0QlMjI1MCUyMiUyMGhlaWdodCUzRCUyMjUwJTIyJTIwcmVsYXRpdmUlM0QlMjIxJTIyJTIwYXMlM0QlMjJnZW9tZXRyeSUyMiUzRSUzQ214UG9pbnQlMjB4JTNEJTIyMzkwJTIyJTIweSUzRCUyMjI2MyUyMiUyMGFzJTNEJTIyc291cmNlUG9pbnQlMjIlMkYlM0UlM0NteFBvaW50JTIweCUzRCUyMjMxMCUyMiUyMHklM0QlMjIyMDAlMjIlMjBhcyUzRCUyMnRhcmdldFBvaW50JTIyJTJGJTNFJTNDJTJGbXhHZW9tZXRyeSUzRSUzQyUyRm14Q2VsbCUzRSUzQ214Q2VsbCUyMGlkJTNEJTIyd0tpM0wySEx1WGw2Zm1uNEh4ckstMTElMjIlMjB2YWx1ZSUzRCUyMiUyMiUyMHN0eWxlJTNEJTIyZW5kQXJyb3clM0RjbGFzc2ljJTNCaHRtbCUzRDElM0Jyb3VuZGVkJTNEMCUzQmV4aXRYJTNEMSUzQmV4aXRZJTNEMSUzQmV4aXREeCUzRDAlM0JleGl0RHklM0QwJTNCZW50cnlYJTNEMCUzQmVudHJ5WSUzRDAuNSUzQmVudHJ5RHglM0QwJTNCZW50cnlEeSUzRDAlM0IlMjIlMjBlZGdlJTNEJTIyMSUyMiUyMHBhcmVudCUzRCUyMjElMjIlMjBzb3VyY2UlM0QlMjJ3S2kzTDJITHVYbDZmbW40SHhySy0xJTIyJTIwdGFyZ2V0JTNEJTIyd0tpM0wySEx1WGw2Zm1uNEh4ckstNCUyMiUzRSUzQ214R2VvbWV0cnklMjB3aWR0aCUzRCUyMjUwJTIyJTIwaGVpZ2h0JTNEJTIyNTAlMjIlMjByZWxhdGl2ZSUzRCUyMjElMjIlMjBhcyUzRCUyMmdlb21ldHJ5JTIyJTNFJTNDbXhQb2ludCUyMHglM0QlMjI0MzAlMjIlMjB5JTNEJTIyMjcwJTIyJTIwYXMlM0QlMjJzb3VyY2VQb2ludCUyMiUyRiUzRSUzQ214UG9pbnQlMjB4JTNEJTIyNTQwJTIyJTIweSUzRCUyMjI3MCUyMiUyMGFzJTNEJTIydGFyZ2V0UG9pbnQlMjIlMkYlM0UlM0MlMkZteEdlb21ldHJ5JTNFJTNDJTJGbXhDZWxsJTNFJTNDbXhDZWxsJTIwaWQlM0QlMjJ3S2kzTDJITHVYbDZmbW40SHhySy0xMiUyMiUyMHZhbHVlJTNEJTIyJTIyJTIwc3R5bGUlM0QlMjJlbGxpcHNlJTNCd2hpdGVTcGFjZSUzRHdyYXAlM0JodG1sJTNEMSUzQmFzcGVjdCUzRGZpeGVkJTNCJTIyJTIwdmVydGV4JTNEJTIyMSUyMiUyMHBhcmVudCUzRCUyMjElMjIlM0UlM0NteEdlb21ldHJ5JTIweCUzRCUyMjQ2MCUyMiUyMHklM0QlMjIyODAlMjIlMjB3aWR0aCUzRCUyMjIwJTIyJTIwaGVpZ2h0JTNEJTIyMjAlMjIlMjBhcyUzRCUyMmdlb21ldHJ5JTIyJTJGJTNFJTNDJTJGbXhDZWxsJTNFJTNDbXhDZWxsJTIwaWQlM0QlMjJ3S2kzTDJITHVYbDZmbW40SHhySy0xMyUyMiUyMHZhbHVlJTNEJTIyJTIyJTIwc3R5bGUlM0QlMjJlbGxpcHNlJTNCd2hpdGVTcGFjZSUzRHdyYXAlM0JodG1sJTNEMSUzQmFzcGVjdCUzRGZpeGVkJTNCJTIyJTIwdmVydGV4JTNEJTIyMSUyMiUyMHBhcmVudCUzRCUyMjElMjIlM0UlM0NteEdlb21ldHJ5JTIweCUzRCUyMjU5MCUyMiUyMHklM0QlMjIyMTAlMjIlMjB3aWR0aCUzRCUyMjIwJTIyJTIwaGVpZ2h0JTNEJTIyMjAlMjIlMjBhcyUzRCUyMmdlb21ldHJ5JTIyJTJGJTNFJTNDJTJGbXhDZWxsJTNFJTNDbXhDZWxsJTIwaWQlM0QlMjJ3S2kzTDJITHVYbDZmbW40SHhySy0xNCUyMiUyMHZhbHVlJTNEJTIyJTIyJTIwc3R5bGUlM0QlMjJlbGxpcHNlJTNCd2hpdGVTcGFjZSUzRHdyYXAlM0JodG1sJTNEMSUzQmFzcGVjdCUzRGZpeGVkJTNCJTIyJTIwdmVydGV4JTNEJTIyMSUyMiUyMHBhcmVudCUzRCUyMjElMjIlM0UlM0NteEdlb21ldHJ5JTIweCUzRCUyMjU5MCUyMiUyMHklM0QlMjIyODAlMjIlMjB3aWR0aCUzRCUyMjIwJTIyJTIwaGVpZ2h0JTNEJTIyMjAlMjIlMjBhcyUzRCUyMmdlb21ldHJ5JTIyJTJGJTNFJTNDJTJGbXhDZWxsJTNFJTNDbXhDZWxsJTIwaWQlM0QlMjJ3S2kzTDJITHVYbDZmbW40SHhySy0xNSUyMiUyMHZhbHVlJTNEJTIyJTIyJTIwc3R5bGUlM0QlMjJlbGxpcHNlJTNCd2hpdGVTcGFjZSUzRHdyYXAlM0JodG1sJTNEMSUzQmFzcGVjdCUzRGZpeGVkJTNCJTIyJTIwdmVydGV4JTNEJTIyMSUyMiUyMHBhcmVudCUzRCUyMjElMjIlM0UlM0NteEdlb21ldHJ5JTIweCUzRCUyMjU5MSUyMiUyMHklM0QlMjIzNTglMjIlMjB3aWR0aCUzRCUyMjIwJTIyJTIwaGVpZ2h0JTNEJTIyMjAlMjIlMjBhcyUzRCUyMmdlb21ldHJ5JTIyJTJGJTNFJTNDJTJGbXhDZWxsJTNFJTNDbXhDZWxsJTIwaWQlM0QlMjJ3S2kzTDJITHVYbDZmbW40SHhySy0xNiUyMiUyMHZhbHVlJTNEJTIyJTIyJTIwc3R5bGUlM0QlMjJlbmRBcnJvdyUzRGNsYXNzaWMlM0JodG1sJTNEMSUzQnJvdW5kZWQlM0QwJTNCZXhpdFglM0QwJTNCZXhpdFklM0QxJTNCZXhpdER4JTNEMCUzQmV4aXREeSUzRDAlM0JlbnRyeVglM0QxJTNCZW50cnlZJTNEMCUzQmVudHJ5RHglM0QwJTNCZW50cnlEeSUzRDAlM0IlMjIlMjBlZGdlJTNEJTIyMSUyMiUyMHBhcmVudCUzRCUyMjElMjIlMjBzb3VyY2UlM0QlMjJ3S2kzTDJITHVYbDZmbW40SHhySy0xMyUyMiUyMHRhcmdldCUzRCUyMndLaTNMMkhMdVhsNmZtbjRIeHJLLTEyJTIyJTNFJTNDbXhHZW9tZXRyeSUyMHdpZHRoJTNEJTIyNTAlMjIlMjBoZWlnaHQlM0QlMjI1MCUyMiUyMHJlbGF0aXZlJTNEJTIyMSUyMiUyMGFzJTNEJTIyZ2VvbWV0cnklMjIlM0UlM0NteFBvaW50JTIweCUzRCUyMjY4MCUyMiUyMHklM0QlMjI0MTAlMjIlMjBhcyUzRCUyMnNvdXJjZVBvaW50JTIyJTJGJTNFJTNDbXhQb2ludCUyMHglM0QlMjI0NzAlMjIlMjB5JTNEJTIyMTkwJTIyJTIwYXMlM0QlMjJ0YXJnZXRQb2ludCUyMiUyRiUzRSUzQyUyRm14R2VvbWV0cnklM0UlM0MlMkZteENlbGwlM0UlM0NteENlbGwlMjBpZCUzRCUyMndLaTNMMkhMdVhsNmZtbjRIeHJLLTE3JTIyJTIwdmFsdWUlM0QlMjIlMjIlMjBzdHlsZSUzRCUyMmVuZEFycm93JTNEY2xhc3NpYyUzQmh0bWwlM0QxJTNCcm91bmRlZCUzRDAlM0JleGl0WCUzRDAlM0JleGl0WSUzRDAuNSUzQmV4aXREeCUzRDAlM0JleGl0RHklM0QwJTNCZW50cnlYJTNEMSUzQmVudHJ5WSUzRDAuNSUzQmVudHJ5RHglM0QwJTNCZW50cnlEeSUzRDAlM0IlMjIlMjBlZGdlJTNEJTIyMSUyMiUyMHBhcmVudCUzRCUyMjElMjIlMjBzb3VyY2UlM0QlMjJ3S2kzTDJITHVYbDZmbW40SHhySy0xNCUyMiUyMHRhcmdldCUzRCUyMndLaTNMMkhMdVhsNmZtbjRIeHJLLTEyJTIyJTNFJTNDbXhHZW9tZXRyeSUyMHdpZHRoJTNEJTIyNTAlMjIlMjBoZWlnaHQlM0QlMjI1MCUyMiUyMHJlbGF0aXZlJTNEJTIyMSUyMiUyMGFzJTNEJTIyZ2VvbWV0cnklMjIlM0UlM0NteFBvaW50JTIweCUzRCUyMjU1MCUyMiUyMHklM0QlMjIyODglMjIlMjBhcyUzRCUyMnNvdXJjZVBvaW50JTIyJTJGJTNFJTNDbXhQb2ludCUyMHglM0QlMjI2MTAlMjIlMjB5JTNEJTIyMzA4JTIyJTIwYXMlM0QlMjJ0YXJnZXRQb2ludCUyMiUyRiUzRSUzQyUyRm14R2VvbWV0cnklM0UlM0MlMkZteENlbGwlM0UlM0NteENlbGwlMjBpZCUzRCUyMndLaTNMMkhMdVhsNmZtbjRIeHJLLTE4JTIyJTIwdmFsdWUlM0QlMjIlMjIlMjBzdHlsZSUzRCUyMmVuZEFycm93JTNEY2xhc3NpYyUzQmh0bWwlM0QxJTNCcm91bmRlZCUzRDAlM0JleGl0WCUzRDAlM0JleGl0WSUzRDAlM0JleGl0RHglM0QwJTNCZXhpdER5JTNEMCUzQmVudHJ5WCUzRDAuNSUzQmVudHJ5WSUzRDElM0JlbnRyeUR4JTNEMCUzQmVudHJ5RHklM0QwJTNCJTIyJTIwZWRnZSUzRCUyMjElMjIlMjBwYXJlbnQlM0QlMjIxJTIyJTIwc291cmNlJTNEJTIyd0tpM0wySEx1WGw2Zm1uNEh4ckstMTUlMjIlMjB0YXJnZXQlM0QlMjJ3S2kzTDJITHVYbDZmbW40SHhySy0xMiUyMiUzRSUzQ214R2VvbWV0cnklMjB3aWR0aCUzRCUyMjUwJTIyJTIwaGVpZ2h0JTNEJTIyNTAlMjIlMjByZWxhdGl2ZSUzRCUyMjElMjIlMjBhcyUzRCUyMmdlb21ldHJ5JTIyJTNFJTNDbXhQb2ludCUyMHglM0QlMjI3MTAlMjIlMjB5JTNEJTIyMzYwJTIyJTIwYXMlM0QlMjJzb3VyY2VQb2ludCUyMiUyRiUzRSUzQ214UG9pbnQlMjB4JTNEJTIyNDQwJTIyJTIweSUzRCUyMjMyMCUyMiUyMGFzJTNEJTIydGFyZ2V0UG9pbnQlMjIlMkYlM0UlM0MlMkZteEdlb21ldHJ5JTNFJTNDJTJGbXhDZWxsJTNFJTNDJTJGcm9vdCUzRSUzQyUyRm14R3JhcGhNb2RlbCUzRXaF1zAAABAASURBVHgB7N0LvG1lWS/+ueuUWnA6RlhmN8TciJaXwk1uREEwDUvEVEzI1ARNDbxU4t1StDJFIwMyb1DhDbBEExBSICHKayo7uZSVlUh2gpOX+sP/96zFmsw59tiLtfaea605xviez/PMMcY73zHe9/kOOmN99uuc85tG/h8BAgQIECBAgAABAgQIECDQdwH1ESBAgAABAgQIECBAYMUCFhBXTKUjgXkTMB8CBAgQIECAAAECBAgQIECg/wIqJECAAAECBAisv4AFxPU3NyIBAgQIDF1A/QQIECBAgAABAgQIECBAgED/BVRIgACBDgtYQOzwzTN1AgQIECBAgACB9RUwGgECBAgQIECAAAECBAgQINB/ARWORhYQ/VdAgAABAgQIECBAgAABAn0XUB8BAgQIECBAgAABAgQIrELAAuIqsHSdJwFzIUCAAAECBAgQIECAAAECBPovoEICBAgQIECAAIGNELCAuBHqxiRAgMCQBdROgAABAgQIECBAgAABAgQI9F9AhQQIECDQaQELiJ2+fSZPgAABAgQIEFg/ASMRIECAAAECBAgQIECAAAEC/RdQIYESsIBYCpIAAQIECBAgQIAAAQL9FVAZAQIECBAgQIAAAQIECBBYlYAFxFVxzUtn8yBAgAABAgQIECBAgAABAgT6L6BCAgQIECBAgAABAhsjYAFxY9yNSoDAUAXUTYAAAQIECBAgQIAAAQIECPRfQIUECBAgQKDjAhYQO34DTZ8AAQIECBBYHwGjECBAgAABAgQIECBAgAABAv0XUCEBAosCFhAXHbwSIECAAAECBAgQINBPAVURIECAAAECBAgQIECAAAECqxTo4ALiKivUnQABAgQIECBAgAABAgQIEOiggCkTIECAAAECBAgQILBRAhYQN0reuASGKKBmAgQIECBAgAABAgQIECBAoP8CKiRAgAABAgQ6L2ABsfO3UAEECBAgQGDtBYxAgAABAgQIECBAgAABAgQI9F9AhQQIEFgSsIC4JGFLgAABAgQIECBAoH8CKiJAgAABAgQIECBAgAABAgT6LzDzCi0gzpzUBQkQIECAAAECBAgQIECAwK4KOJ8AAQIECBAgQIAAAQIbJ2ABcePsjTw0AfUSIECAAAECBAgQIECAAAEC/RdQIQECBAgQIECgBwIWEHtwE5VAgAABAmsr4OoECBAgQIAAAQIECBAgQIBA/wVUSIAAAQK3ClhAvNXCHgECBAgQIECAQL8EVEOAAAECBAgQIECAAAECBAj0X0CFayBgAXENUF2SAAECBAgQIECAAAECBHZFwLkECBAgQIAAAQIECBAgsJECFhA3Un9IY6uVAAECBAgQIECAAAECBAgQ6L+ACgkQIECAAAECBHohYAGxF7dREQQIEFg7AVcmQIAAAQIECBAgQIAAAQIE+i+gQgIECBAgMClgAXFSwz4BAgQIECBAoD8CKiFAgAABAgQIECBAgAABAgT6L6BCAmsiYAFxTVhdlAABAgQIECBAgAABAjsr4DwCBAgQIECAAAECBAgQILCxAhYQ18PfGAQIECBAgAABAgQIECBAgED/BVRIgAABAgQIECBAoCcCFhB7ciOVQYDA2gi4KgECBAgQIECAAAECBAgQINB/ARUSIECAAAEC0wIWEKc9HBEgQIAAAQL9EFAFAQIECBAgQIAAAQIECBAg0H8BFRIgsEYCFhDXCNZlCRAgQIAAAQIECBDYGQHnECBAgAABAgQIECBAgAABAhstsPYLiBtdofEJECBAgAABAgQIECBAgACBtRcwAgECBAgQIECAAAECvRGwgNibW6kQArMXcEUCBAgQIECAAAECBAgQIECg/wIqJECAAAECBAg0BSwgNkUcEyBAgACB7guogAABAgQIECBAgAABAgQIEOi/gAoJECCwZgIWENeM1oUJECBAgAABAgQIrFZAfwIECBAgQIAAAQIECBAgQKD/AvNfoQXE+b9HZkiAAAECBAgQIECAAAEC8y5gfgQIECBAgAABAgQIEOiRgAXEHt1MpcxWwNUIECBAgAABAgQIECBAgACB/guokAABAgQIECBAYHsBC4jbm2ghQIAAgW4LmD0BAgQIECBAgAABAgQIECDQfwEVEiBAgMAaClhAXENclyZAgAABAgQIEFiNgL4ECBAgQIAAAQIECBAgQIBA/wVU2AUBC4hduEvmSIAAAQIECBAgQIAAgXkWMDcCBAgQIECAAAECBAgQ6JWABcRe3c7ZFeNKBAgQIECAAAECBAgQIECAQP8FVEiAAAECBAgQIECgTcACYpuKNgIECHRXwMwJEFg/gb0z1M8mX5J8e/LDyW3JLye/lrzplqz9aqv3qk/1rXPq3LpGugkCBAgQIECAAAECBAisSkBnAgQIECCwpgIWENeU18UJECBAgACBHgl8f2o5JvmO5BeTVyXflXx58ujkgcm7J/dI3i656Zas/Wqr96pP9a1z6ty6Rl3rHaPRqK5dY+Q0QYAAAQIECBAgQIAAAQIECPRTQFUEuiFgAbEb98ksCRAgQIAAgY0RuGOGfWayPjn4hWxPTT42eefkrKKuVdesa9cYNVaNWWPPagzXIUBgLQVcmwABAgQIECBAgAABAgQI9EzAAmLLDdVEgAABAgQIDF5gvwi8KXl98neT9cnBbNYlaqwas8auOdRc1mVggxAgQIAAgaEJqJcAAQIECBAgQIAAgXYBC4jtLloJEOimgFkTIEBgVwW25gJnJ/8q+ZRkfQ1pNtvHbrvtNjrooINGxx9//OiUU04ZnXfeeaPPfOYzoy996Uujr371q6ObbrppIWu/2uq96lN965w6t66x/ZXHLTV2zaHmUnM6YPyOHQIECBAgQIAAAQLDFlA9AQIECBAgsMYCFhDXGNjlCRAgQIAAgZUIbHifvTOD05OXJA9PtsbWrVtHr3jFK0aXXXbZ6IYbbhhdeOGFo9e97nWjY489dnTooYeO9t1339Gee+45uv3tbz/atGnTQtZ+tdV71af61jl1bl2jrlXXrGu3DrrYeHg2FydrjjXX7AoCBAgQIECAAAECBAgQINA1AfMlQKArAhYQu3KnzJMAAQIECBBYK4Hn58KfTx6V3C42b968sGh41VVXjS655JLRC1/4wtGWLVu267ezDXWtumZdu8aoxcQacwfXqznWXGvOO+iimcA6CxiOAAECBAgQIECAAAECBAgQ6J3AdguIvatQQQQIECBAgACBdoH7pPnDyVclNyWnor5i9D3vec/oyiuvXFg03Hvvtf/gX41Ri4k1Zo1dc5ia1OJBzbXm/OEcVg3ZCAIECBAgsHoBZxAgQIAAAQIECBAgQGBHAhYQdySjnUD3BMyYAAECBFYucEy6fix5YHIq6qtE3/e+9y18PekRRxwx9d56HtTY9TWnNZeaU8vYNfeqoWppeVsTAQIECBAgQIBATwWURYAAAQIECBBYcwELiGtObAACBAgQIHBbAt5fZ4GTMt6pyfokXzaLsccee4xOPfXUha8pPeywwxYb5+C15lJfb1pzqzk2plQ1VC1VU+MthwQIECBAgAABAgQIECAwXwJmQ4AAge4IWEDszr0yUwIECBAgQGDXBL4lp5+dPC45FUcdddToc5/73OiYY+b3w3w1t5pjzXVq8osHVVPVVjUutnhdHwGjECBAgAABAgQIECBAgAABAv0XGGCFFhAHeNOVTIAAAQIEBijwnan5guThyamoT/adfvrpoz333HOqfR4Pao4115pzy/yqtqqxam15WxMBAgQITArYJ0CAAAECBAgQIECAAIEdC1hA3LGNd7olYLYECBAgQGBHArWgdm7erN8MzGYxNm/ePLrsssvm+lOHizPd/rU+jVhzrxoa71aNVWvV3HjLIQECBAgQIECgFwKKIECAAAECBAgQWAcBC4jrgGwIAgQIEFhOwHsE1lSgvtKzvtpz/8lRDj744NHFF1882rJly2Rzp/Zr7lVD1dKYeNVaNVftjbccEiBAgAABAgQIECBAYKMEjEuAAAECXRKwgNilu2WuBAgQIECAwGoF3pkT6lN52SzGIx/5yNEFF1zQia8sXZzxjl/rK02rlqqp0atqrtobzTM+dDkCBAgQIECAAAECBAgQIECg/wIqHKSABcRB3nZFEyBAgACBQQiclCrrdwGzWYxaaDvnnHNGmzZtWmzoweumTZtGVVPV1iinai+DRrNDAgQIjEYMCBAgQIAAAQIECBAgQIDAcgIWEJfT6c57ZkqAAAECBAhMCxyTw+OS46iv+jz77Ppmz3FTr3aqtqqxUVQZlEWj2SEBAgQIECDQUQHTJkCAAAECBAgQILAuAhYQ14XZIAQIENiRgHYCBNZA4D655inJcWzevHl05pln9uqTh+PibtnZtGnTQo1V6y1NS5uyKJOlY1sCBAgQIECAAAECBNZdwIAECBAgQKBbAhYQu3W/zJYAAQIECBC4bYHXp8vUd5S+7W1vm/1vHmaQeYs999xzVLU25lUWZdJodkiAAAECBAgQIECAAAECBAjcpoAOBAYqYAFxoDde2QQIECBAoKcCz09dBybHceqpp462bNkyPu77TtVaNTfqLJOyaTQ7JDBMAVUTIECAAAECBAgQIECAAAECywv0YQFx+Qq9S4AAAQIECAxFYO8UemJyHEcdddTomGOG9xOAVXPVPoZY3CmbMlo88kqAAAECBLonYMYECBAgQIAAAQIECKyTgAXEdYI2DAECbQLaCBAgMFOBl+Vq9XWd2YxGe+yxx+i1r33twv4QX6r2MpiovWzKaKLJLgECBAgQIECAAIH1EDAGAQIECBAg0DUBC4hdu2PmS4AAAQIE5kFg/uZwQKZ0VHIcJ5544qh+E3DcMLCdqr0MGmWX0dZGm0MCBAgQIECAAAECBAgQINAuoJUAgcEKWEAc7K1XOAECBAgQ6JXAcyer2bp16yC/unTSoPbrq0zLovYn8nkT+3YHKKBkAgQIECBAgAABAgQIECBAoP8Cu1qhBcRdFXQ+AQIECBAgsNEC+2UChyfHccIJJ4z3h77TYlFWZTZ0GvUTIECgawLmS4AAAQIECBAgQIAAgXUTsIC4btQGItAUcEyAAAECMxI4dvI6Bx100Oiwww6bbBr0flmUSQNhyqzxnkMCBAgQIECAAIGZCrgYAQIECBAgQKB7AhYQu3fPzJgAAQIENlrA+PMkcMdM5snJcTzzmc8c79tZFGgxKbOyW+zglQABAgQIECBAgAABAgS2F9BCgACBAQtYQBzwzVc6AQIECBDogcATUsOm5EJs3rx5dMQRRyzse7lVoEzK5taWUZmV3UTTMHZVSYAAAQIECBAgQIAAAQIECPRfQIW7LmABcdcNXYEAAQIECBDYOIHHTA599NFHTx7anxBosZmym+hqlwABAvMoYE4ECBAgQIAAAQIECBAgsI4CFhDXEdtQkwL2CRAgQIDALgt8f65wYHIcRx555HjfzrRAi03ZleGgBODUAAAQAElEQVR0R0cECBAgQIAAgZkKuBgBAgQIECBAgEAXBSwgdvGumTMBAgQ2UsDYBOZH4OGTU9m6deto7733nmyyPyFQNmU00VS7U4bVIAkQIECAAAECBAgQILAg4IUAAQIEBi1gAXHQt1/xBAgQIECg0wIPmZz9wx9uLWzSo22/xWjKsO0cbQQIECBAgAABAgQIECBAgEC3BMyWwCwELCDOQtE1CBAgQIAAgY0QeODkoIcccsjkof0WgRajKcOWUzQRIDAfAmZBgAABAgQIECBAgAABAgTWVcAC4rpyLw1mS4AAAQIECOyiQH1X6Z2XrrHbbruNtmzZsnRouwOBMiqribfLsCwnmuwSIECAAAECsxNwJQIECBAgQIAAAQLdFLCA2M37ZtYECGyUgHEJEJgXgftOTmS//fabPLS/jECL1ZTlMqd6iwABAgQIECBAgMBwBFRKgAABAgQGLmABceD/ASifAAECBAh0VGDfyXnf+973njxs3de4KNBiNWW52MsrAQIECBAgQIAAAQIECBDopoBZEyAwGwELiLNxdBUCBAgQIEBgfQXuNjncPvvsM3lofxmBFqspy2VO9RaBjRIwLgECBAgQIECAAAECBAgQILDOAhuwgLjOFRqOAAECBAgQ6KPAD04Wdde73nXy0P4yAi1WU5bLnOotAgQIECCwSgHdCRAgQIAAAQIECBDoqoAFxK7eOfMmsBECxiRAgMD8CHzP5FTucpe7TB7aX0agxWrKcplTvUWAAAECBAgQIDAUAXUSIECAAAECgxewgDj4/wQAECBAgMAQBHpY4x6TNe25556Th/aXEWixmrJc5lRvESBAgAABAgQIECBAgMCcC5geAQIEZiVgAXFWkq5DgAABAgQIrKfAbpOD7b777pOH9pcRaLGaslzmVG9tjIBRCRAgQIAAAQIECBAgQIAAgf4LzF2FFhDn7paYEAECBAgQILACgW+d7HO7291u8tD+MgItVlOWy5zqLQIECBBYlYDOBAgQIECAAAECBAgQ6K6ABcTu3jszX28B4xEgQIAAAQIECBAgQIAAAQL9F1AhAQIECBAgQIDAyAKi/wgIECBAoPcCCuylwDcmq/r6178+eWh/GYEWqynLZU71FgECBAgQIECAAAECBOZawOQIECBAYHYCFhBnZ+lKBAgQIECAwPoJ3Dg51A033DB5aH8ZgRarKctlTt2It4xJgAABAgQIECBAgAABAgQI9F9AhXMoYAFxDm+KKREgQIAAAQK3KXD9ZI/rrrtu8tD+MgItVlOWy5zqLQIECKxCQFcCBAgQIECAAAECBAgQ6LKABcQu3731nLuxCBAgQIDAfAn86+R0/vmf/3ny0P4yAi1WU5bLnOotAgQIECBAYAgCaiRAgAABAgQIECAQAQuIQRAECBDos4DaCPRU4B8m67rmmmsmD+0vI9BiNWW5zKneIkCAAAECBAgQIEBgjgVMjQABAgQIzFLAAuIsNV2LAAECBAgQWC+BqyYHuvLKKycP+7K/JnW0WE1ZrsmgLkqAAAECBAgQIECAAAECBAjsSEA7gbkUsIA4l7fFpAgQIECAAIHbEPjs5Puf/OQnJw/tLyPQYjVlucyp3iJAYMUCOhIgQIAAAQIECBAgQIAAgW4LWEBcyf3ThwABAgQIEJg3gY9PTuiKK66YPLS/jECL1ZTlMqd6iwABAgQI9F9AhQQIECBAgAABAgQILAhYQFxg8EKAQF8F1EWAQG8Frk5l/5JciBtvvHF0+eWXL+x72bFAGZXVRI8yLMuJJrsECBAgQIAAAQIEuidgxgQIECBAgMBsBSwgztbT1QgQIECAAIHZCKzkKhdPdrrgggsmD+23CLQYTRm2nKKJAAECBAgQIECAAAECBAispYBrEyAwpwIWEOf0xpgWAQIECBAgcJsCH5rs8YEPfGDy0H6LQIvRlGHLKZoI7ISAUwgQIECAAAECBAgQIECAAIGuC9z2AmLXKzR/AgQIECBAoK8CUyuGl1566ejqq30b545udtmUUeP9KcPGew4JECBAYGgC6iVAgAABAgQIECBAgMAtAhYQb4GwIdBHATURIECg5wL/mPo+khzHmWeeOd63My3QYlN2ZTjd0REBAgQIECBAgEDnBEyYAAECBAgQIDBrAQuIsxZ1PQIECBAgsOsCrrBygXdNdj399NMnD+1PCLTYTNlNdLVLgAABAgQIECBAgAABAusjYBQCBAjMrYAFxLm9NSZGgAABAgQIrEDgj9Ln5uRCbNu2bXTWWWct7Hu5VaBMyubWllGZld1Ek93ZCLgKAQIECBAgQIAAAQIECBAg0H+B/ldoAbH/91iFBAgQIECgzwJfSXFvTo7j5JNPHu/bWRRoMSmzslvs4JUAAQIERiMGBAgQIECAAAECBAgQIDAWsIA4prDTNwH1ECBAgMBgBE6drPSiiy4anXvuuZNNg94vizJpIEyZNd5zSIAAAQIECBDolIDJEiBAgAABAgQIzF7AAuLsTV2RAAECBHZNwNkEVitwRU44JzmOV73qVeP9oe+0WJRVmQ2dRv0ECBAgQIAAAQIECGysgNEJECBAYI4FLCDO8c0xNQIECBAgQGDFAq+Z7HnppZeOTjvttMmmQe6XQVk0iv+dxvEMD12KAAECBAgQIECAAAECBAgQ6L+ACocgYAFxCHdZjQQIECBAoP8Cl6bEM5LjeMELXjC67rrrxsdD26nay6BRdxld0mhzSIAAgdGIAQECBAgQIECAAAECBAgQmBCwgDiB0addtRAgQIAAgQEKvCw135xciOuvv370nOc8Z2F/iC9VexlM1F42ZTTRZJcAAQIECBDouoD5EyBAgAABAgQIEFgLAQuIa6HqmgQIENh5AWcSILDzAlfn1Bckx3HGGWcM8qtM66tLq/YxxOJO2ZTR4pFXAgQIECBAgAABAgQ2UsDYBAgQIEBgrgUsIM717TE5AgQIECBAYJUCr07/jyTHceyxx44uv/zy8fHa7czHlavWqrkxmzIpm0azQwIECBAgQIAAAQIECBAgQGB1AnoTGIaABcRh3GdVEiBAgACBIQkcl2Lr6zqzWYwnPvGJg/g9xPrdw6p1serxa1mUybjBDgECDQGHBAgQIECAAAECBAgQIECAwJRALxcQpyp0QIAAAQIECAxN4BMp+GnJcWzbtm105JFHjm6+udbSxs292qnaqsaqtVFYWZRJo9khAQIECBDovoAKCBAgQIAAAQIECBBYGwELiGvj6qoECOycgLMIECAwK4HTcqHXJ8dx4YUXjh71qEeNj/u2U7VVjY26yqAsGs0OCRAgQIAAAQIECGyogMEJECBAgACBORewgDjnN8j0CBAgQIBANwTmcpbHZ1bnJMfx3ve+d3T44Yf36pOI9cnDqqlqGxe6uFO1l8HikVcCBAgQIECAAAECBAgQILDLAi5AgMBQBCwgDuVOq5MAAQIECPRH4P+klO9P3iN5/+TByZ9JPiF5bPJ5yZcmX5P8cvJLyXHUQtshhxzSi99ErN88rFqqpnGBizsfyeaxSUHgtgX0IECAAAECBAgQIECAAAECBPovsMoKLSCuEkx3AgQIECBAYFUCu6X39yR/OHnf5IHJn0rW4tZTsj0u+aLkq5MnJ9+WfE/yvOTFyU8lr01el6wfMKz8Sva/kPxs8vLkh5LvTZ6RPCX528mXJZ+b/MXknZL/lRxHfdXnAx/4wNHll9fp4+ZO7dTcq4aqpTHxy3Jc39X639kKAgQIEOixgNIIECBAgAABAgQIECCwVgIWENdK1nUJrF7AGQQIEOiywPdl8h9M/l3yX5I3JGuxr7Z1XO0fS9uHk+cm35F8U/Kk5G8kfy35jOTPJ49IHpo8IPkjyR9KfldyV+IhObk+lZfNYmzbtm20//77j047rXs/EVhzrrlXDYvVjF+rxsNy9O9JQYAAAQIECBAgMJ8CZkWAAAECBAgQmHsBC4hzf4tMkAABAgTmX8AMI/BPyccn/zpZnzisTx5mdy7iOZlFfSrvkGzrdwGzuTWOPfbY0dFHH92JrzStryytudacb61gvFe1VY0WD8ckdggQIECAAAECBAgQIDBLAdciQIDAcAQsIA7nXquUAAECBAistUAtXP1cBqmvz5z63cG0bVRcmoFfl6yor/Ssub2+DibzjDPOGN3jHveY608j1qcOa44118m537JfNVVtVeMtTTYrEtCJAAECBAgQIECAAAECBAgQ6L+AClctYAFx1WROIECAAAECBG5D4Jy8f4/knyQ3Mup3D49umcDxaTs2WV+xms1iXH/99aP6ZN8BBxwwOvfc+pbVxfaNfq251JxqbjXHxnyqhqqlamq85ZAAAQL9FlAdAQIECBAgQIAAAQIECKydgAXEtbN15dUJ6E2AAAEC/RJY+jTiI1PWdcmNiOdl0GuTbVE/fHi/vFG/GZjNrXHppZeOHvGIR4wOPvjg0VlnnXXrG+u8V2PXHGouNaeW4WvuVUPV0vK2JgIECBAgQIDAXAqYFAECBAgQIECAQAcELCB24CaZIgECBOZbwOwILCvwp3l3n+Q7k+sZF2aw308uF5/Imw9KnpCsT/Jlc2tcdNFFo0c/+tGjffbZZ/TKV75ydPXVV9/65hrt1Rg1Vo1ZY9ccWoaqudaca+5VQ0sXTQQIECBAgAABAgQIEJi1gOsRIECAwJAELCAO6W6rlQABAgQIbIxAfRrxcRm6Po1Y+9ld0/jPXL3tq0vT3BqvTusPJ89Ibhfbtm0bvehFLxrd7W53G9VXidYC3+WXX75dv51tqGvVNevaNUaNVWPu4Ho1x5przXkHXVbRrCsBAgQIECBAgAABAgQIECDQfwEVEtgJAQuIO4HmFAIECBAgQGCnBJY+jVjbnbrACk86Lv2+mFxN1McLa9HxgTmpfsMxm+2jvkq0Fvj233//0e67777wNafPfvazR6eeeuro/PPPH332s58dXXfddaOvfe1ro5tvvnkha7/a6r3qU33rnPp60rpGXauuWdfefsRxS83pgBzVHGuu2RUECAxZQO0ECBAgQIAAAQIECBAgQGAtBSwgrqXuyq+tJwECBAgQGIrAdSm0PolYn0j8cvZnHR/IBd+a3Nm4JCc+Knn/5B8m6+tCs9k+brzxxlF9xehJJ500etrTnjZ66EMfOrrnPe85utOd7jS6wx3uMPqmb/qmhaz9aqv3qk/1rXPq3LrG9lcet9TYNYeaS83p0vE7dggQIECAAIGuCpg3AQIECBAgQIAAgU4IWEDsxG0ySQIE5lfAzAgQ2EmB+k3EfXPuWclZxVdyoScnZxFX5CK/mNwj+azkR5LrFTVWjVlj1xxqLus1tnEIECBAgAABAgQIEGgV0EiAAAECBIYlYAFxWPdbtQQIECBAYJ4E6tOIj86E3pS8Kbmr8bRc4F+TK4uV9apFyZPT9UHJH0gem6zFz3/JdlZR16pr1rVrjBqrxqyxZzWG6xAgQIAAAQIECBAgQIAAx7FGugAAEABJREFUgWEKqJoAgZ0SsIC4U2xOIkCAAAECBGYg8DO5xl8l61N2u/o3ybtynVqEy2bN4h9z5dOS9fWr35vt3ZKPSb40eXqyPjn4d9len/x6sr6CtLL2q63eqz7Vt86pc+sada26Zl27xsipggCB5QS8R4AAAQIECBAgQIAAAQIECKytwK7+Y90sZucaBAgQIECAwLAEfjzlnpN8b3K/5K7Gv+UC9em9bNY1rs5o707+evLnk/XJwc3Zflfy9sn6O6uy9qut3qs+1bfOqXPrGukqCBAgQIDAIAQUSYAAAQIECBAgQIBARwTqH7U6MlXTJEBg/gTMiAABAqsSuEt6/36yftPvkdnOKp6UC/m6zyAIAgQIECBAgAABAmsj4KoECBAgQIDA0AQsIA7tjquXAAECBAiUwPrmpgz34uS1yacl2+LNaXx2crXx9pzwgaQgQIAAAQIECBAgQIAAAQIEmgKOCRAgsJMCFhB3Es5pBAgQIECAwIoE6vcNa+GwvrLzW1rOqMW/rWl/SvLvk6uJL6bzs5KCwKAEFEuAAAECBAgQIECAAAECBAj0X2CjK7SAuNF3wPgECBAgQKCfAj+Vsj6a/IPkDyab8ck0/Gyy+v1lthX/r15WkUen738mBQECBAgQ6IKAORIgQIAAAQIECBAgQKAzAhYQO3OrTHT+BMyIAAECBFoE7pu29yTPTe6fbMaX0vDLyfskq18241jNAuKpOevCpCBAgAABAgQIECCwxgIuT4AAAQIECBAYnoAFxOHdcxUTIECAAIG1EPjuXPTk5MeSRyTb4lVp3Cv5u8m2uLGtsaXtH9L23KQgQIAAAQIECBAgQIAAAQI7FvAOAQIECOy0gAXEnaZzIgECBAgQIHCLwAuyrd85fEa2bfG2NP5wsvr9V7Y7ipV8AvHmnPyE5Er6ppvom4B6CBAgQIAAAQIECBAgQIAAgf4LqHDjBSwgbvw9MAMCBAgQINBVgSdl4lcnX5m8Q7IZ56XhwOQvJK9K3lasZFHwpFzk0qQgQIAAgW4JmC0BAgQIECBAgAABAgQIdEjAAmKHbtZ8TdVsCBAgQGDAAj+Z2i9Ovjl512Qz/jYNRyaX+mV3RbHcpxPrArVYWZ9irH1JgAABAgQIECCwLgIGIUCAAAECBAgQGKKABcQh3nU1EyAwbAHVE9h5gR/Nqe9M/nnygGQzrk/Ds5M/knxHcrWx3G8g3pSLPT75taQgQIAAAQIECBAgQIAAgdsS8D4BAgQIENgFAQuIu4DnVAIECBAgMBCB70qd9dWhn8z2Mcm2+O001qcRq192dypqkfDrOzjzN9N+RXLQoXgCBAgQIECAAAECBAgQIECg/wIqJDAPAhYQ5+EumAMBAgQIEJhfgV/L1K5NHpdsizPSuE/yV5P/mdzVaPsdxM/loi9JCgIECHRVwLwJECBAgAABAgQIECBAgECnBCwg7tTtchIBAgQIEOi9wNGpcFvy1cndks24MA0HJ5f6ZXcmcUPLVer3FP+npV0TAQIECBAgQGCNBVyeAAECBAgQIECAwDAFLCAO876rmsBwBVROgMBtCRySDn+RfHvy7slm1KcBn5DGhyQvSs46/qtxwRfl+FNJQYAAAQIECBAgQIAAgZUL6EmAAAECBAjskoAFxF3iczIBAgQIEOiNwL6p5I+T5ycflGzG/03DrySX+mV3TWJyAbF+c/FVS6PYEiBAgAABAgQIECBAgAABAv0XUCEBAvMhYAFxPu6DWRAgQIAAgY0SuGMG/p3kZ5KPT7bFa9O4V/I1ybWOpd9A/EYGqvnclK0gQKDbAmZPgAABAgQIECBAgAABAgQIdExgJxYQO1ah6RIgQIAAAQI7Enhu3rg2+ZxkW5yZxnsmq99Xsl2PWFpAfGEGq69LzUYQIECAAAECGyNgVAIECBAgQIAAAQIEhipgAXGod17dwxRQNQECBBYFfi6bzybrE4XfkW0zPpyGQ5P1CcDql911i1pAvDSj1acisxEECBAgQIAAAQIECKxawAkECBAgQIAAgV0UsIC4i4BOJ0CAAAEC6yEwozEenOt8KPlHyXskm/H5NDwxWf0uyHYj4t8z6BOSNycFAQIECBAgQIAAAQIECBAYlIBiCRAgMC8CFhDn5U6YBwECBAgQWDuBzbn06cmLkgcnm3FjGp6fvHvy7cmNjBdn8H9ICgJ9EVAHAQIECBAgQIAAAQIECBAg0H+B3lVoAbF3t1RBBAgQIEBgLLB79n4reWXyqGRbvCGNeyV/MzkP8aV5mIQ5ECBAgACB0YgBAQIECBAgQIAAAQIEhitgAXG49354lauYAAECwxI4PuVem/yVZFu8K433Th6X/HJSECBAgAABAgQIEOiHgCoIECBAgAABAgR2WcAC4i4TugABAgQIrLWA669K4LHp/enk65J7JJtxaRoelqx+n8pWECBAgAABAgQIECBAgACBuRAwCQIECBCYHwELiPNzL8yEAAECBAjsisADc/IHk+9I3ivZjGvS8OTkAcnql40gsOYCBiBAgAABAgQIECBAgAABAgT6L6DCHgpYQOzhTVUSAQIECAxKYO9U+9bkR5IPTTbja2l4YbL6vSVbQYAAAQIEViCgCwECBAgQIECAAAECBAgMWcAC4lDuvjoJECBAoG8C35aCTkxelXxisi1+L417JatfNoIAAQIECBAgQKD3AgokQIAAAQIECBAgMAMBC4gzQHQJAgQIrKWAaxNoEXhW2q5NnpBsi7PSeL/kM5P/mhQECBAgQIAAAQIECBAgMOcCpkeAAAECBOZJwALiPN0NcyFAgAABAssLPDpvfzz5huSdks24LA2PSC71y67YQAFDEyBAgAABAgQIECBAgAABAv0XUCGBXgpYQOzlbVUUAQIECPRM4AGp5/3Jdyfvk2zGP6ThqcmfSJ6bFAQIECCwSwJOJkCAAAECBAgQIECAAAECwxYYxgLisO+x6gkQIECguwI/lKm/KXlp8uHJZvx3Gl6avGuy+mUjCBAgQIAAAQIDFlA6AQIECBAgQIAAAQIzEbCAOBNGFyFAYK0EXJfAQAVul7p/I1m/c/iUbNvilDTulfz15E1JQYAAAQIECBAgQIAAgc4KmDgBAgQIECAwXwIWEOfrfpgNAQIECBB4eghq4fBF2bbFn6bx/snq98/ZzmuYFwECBAgQIECAAAECBAgQINB/ARUSINBTAQuIPb2xyiJAgACBzgkcnhn/dfKNyTsnm3FFGh55S9Z+dgUBAgTWQsA1CRAgQIAAAQIECBAgQIAAgf4LLF+hBcTlfbxLgAABAgTWWqA+TVifKjw7A/1Yshn1KcP6tOFSv+b7jgkQIECAAAECiwJeCRAgQIAAAQIECBAgMCMBC4gzgnQZAmsh4JoECPRa4PtT3anJy5M/nWxG/a5h/b5h/c5h/d5h833HBAgQIECAAAECBAj0REAZBAgQIECAAIF5E7CAOG93xHwIECBAoA8Cy9XwzXnzpclrk8ck2+JNaayFw+r339kXBAgQIECAAAECBAgQIECAwPwJmBEBAgR6K2ABsbe3VmEECBAgMIcCtWBYC4cvy9xqITGbqTg3Rz+RfGryC0lBgMC6CxiQAAECBAgQIECAAAECBAgQ6L+ACm9LwALibQl5nwABAgQI7LrAI3KJ+qrS+srS+urSHE7Fx3N0RLL6XZatIECAAAECBFYroD8BAgQIECBAgAABAgQIzEzAAuLMKF1o1gKuR4AAgR4I/FhqODv5Z8n7J5vxr2l4ZvJ+yeqXjSBAgAABAgQIECAwLAHVEiBAgAABAgQIzJ+ABcT5uydmRIAAga4LmP9odOcgvDH518nDk23xyjTW7xz+XraCAAECBAgQIECAAAECBAh0TcB8CRAgQKDHAhYQe3xzlUaAAAECGyLwooxav3P49Gzb4i1p3DtZ/b6WrSAwRwKmQoAAAQIECBAgQIAAAQIECPRfQIUEblvAAuJtG+lBgAABAgRWIvCUdKqFw9/I9nbJZvx5Gg5IPjl5TVIQIECAAIHZCbgSAQIECBAgQIAAAQIECBCYoYAFxBlizvJSrkWAAAECnRF4eGZ6afJNyR9KNuNTaXhscqlfdgUBAgQIECBAgACBRQGvBAgQIECAAAECBOZRwALiPN4VcyJAoMsC5j4cgfuk1Hcn3598QLIZ16XhuOS9k+9KCgIECBAgQIAAAQIECBDoj4BKCBAgQIBArwUsIPb69iqOAAECBNZA4E655huSH08+OtkWv5nGuyarXzaiGwJmSYAAAQIECBAgQIAAAQIECPRfQIUECKxEwALiSpT0IUCAAAECiwInZFO/c/isbNvi7Wm8e/L5yRuTggABAgTWQ8AYBAgQIECAAAECBAgQIECAwEwF5nIBcaYVuhgBAgQIENh1gSfmEp9Pnpj8tmQzLkjDg5NL/bIrCBAgQIAAAQIEbkvA+wQIECBAgAABAgQIzKeABcT5vC9mRaCrAuZNoG8CD01BH0m+NXm3ZDM+k4bHJw9NfjgpCBAgQIAAAQIECBAgMAQBNRIgQIAAAQI9F7CA2PMbrDwCBAgQ2CmBe+WsM5MfTD4w2YyvpOG5yaV+2e16mD8BAgQIECBAgAABAgQIECDQfwEVEiBAYGUCFhBX5qQXAQIECAxDYI+U+brkp5OPS7bFa9K4V/K1SUGAAIGNFzADAgQIECBAgAABAgQIECBAoP8C61yhBcR1BjccAQIECMytwK9kZtcmj0+2xR+n8R7J6vd/sxUECBAgQIAAgV0ScDIBAgQIECBAgAABAgTmVcAC4rzeGfPqooA5EyDQTYGjMu0rk7+V3D3ZjIvS8JDkE5LVLxtBgAABAgQIECBAgMCABZROgAABAgQIEOi9gAXE3t9iBRIgQIDADgQOTnstDp4+Go02Z78Z29JwdLL6XZitIECAAAECBAgQIECAAAECBDotYPIECBAgsFIBC4grldKPAAECBPoiUF9D+kcp5kPJByeb8Z9p+NXkPskzkoIAgXkWMDcCBAgQIECAAAECBAgQIECg/wIqXHcBC4jrTm5AAgQIENggge/IuK9Jfjb5c8m2OCmNeyV/OykIECBAgACBNRRwaQIECBAgQIAAAQIECBCYXwELiPN7b7o2M/MlQIDAPAs8J5O7NvncZFu8I40/knx28t+TggABAgQIECBAgACBdgGtBAgQIECAAAECAxCwgDiAm6xEAgQILC/Q63ePTHWfSf5O8o7JZlychocmq9/fZisIECBAgAABAgQIECBAgEBPBZRFgAABAgRWLmABceVWehIgQIBAdwQelKmen/yT5L7JZlyVhl9IHpisftkIAh0UMGUCBAgQIECAAAECBAgQIECg/wIqJLABAhYQNwDdkAQIECCwZgI/nCu/PfkXyUOSzfivNJyQrH5vy1YQIECAAIENETAoAQIECBAgQIAAAQIECBCYZwELiLO5O65CgAABAhsrsFuGf3Xy75JHJ9vid9O4V7L6ZcR0Kb4AABAASURBVCMIECBAgAABAgQIrFrACQQIECBAgAABAgQGIWABcRC3WZEECOxYwDs9EDguNVyb/LVkW7w7jfdJ/nLyS0lBgAABAgQIECBAgAABAoMTUDABAgQIECCwGgELiKvR0pcAAQIE5kngMZnMJ5MnJb8r2Yy/TMNPJZf6ZVf0SkAxBAgQIECAAAECBAgQIECAQP8FVEiAwIYIWEDcEHaDEiBAgMAuCByQc/88+c7kjyabUZ9GfEoatyY/kBQECBAgMGcCpkOAAAECBAgQIECAAAECBAjMt8AsFhDnu0KzI0CAAIG+CNw1hbw5eXHyJ5PN+HoaXpxc6pddQYAAAQIECBAgMEMBlyJAgAABAgQIECBAYCACFhAHcqOVSaBdQCuBTgjcIbN8ZfLq5JOSbfHGNO6VfEVSECBAgAABAgQIECBAgMCUgAMCBAgQIECAwOoELCCuzktvAgQIEFhfgWdkuPpK0hdk2xbnpPHHk9XvX7IdTqiUAAECBAgQIECAAAECBAgQ6L+ACgkQILBBAhYQNwjesAQIECCwrMARefdjyZOT351sxuVp+Onko5J/kxQECBDojICJEiBAgAABAgQIECBAgAABAv0X6HqFFhC7fgfNnwABAv0S2D/lvC/5nuR9k834xzQcm1zql11BgAABAgQIEFgXAYMQIECAAAECBAgQIEBgMAIWEAdzqxW6vYAWAgTmSOAHM5c/SH40eViyGf+Thpcl63cOT8tWECBAgAABAgQIECBAYIUCuhEgQIAAAQIECKxWwALiasX0J0CAAIFZCnxLLvbyZP3O4S9m2xa1YFgLh9Xv/1vo4IUAAQIECBAgQIAAAQIECBDov4AKCRAgQGDDBCwgbhi9gQkQIDB4gadFoBYOX5LtpmQz/iwNW5L1laX/lK0gQKAHAkogQIAAAQIECBAgQIAAAQIE+i+gwu4LWEDs/j1UAQECBLom8DOZ8BXJ30/eJdmMv0nD4cnq91fZCgIECBAgQGDjBcyAAAECBAgQIECAAAECBAYkYAFxQDd7ulRHBAgQWHeB/TLie2/JH8+2GV9Mwy8l673ql11BgAABAgQIECBAgMCuCTibAAECBAgQIECAwOoFLCCu3swZBAgQ2FiB7o1enzI8JdOuTxPWpwqzu138Rlr2StanErMRBAgQIECAAAECBAgQIEBg4ALKJ0CAAAECGyhgAXED8Q1NgACBngvUM6Z+37B+57B+x7Ct3D9MYy0cVr9vZF8Q6LWA4ggQIECAAAECBAgQIECAAIH+C6iQQB8E6h93+1CHGggQIEBgvgSemunUwuHLs/2WZDPen4YHJH8x+fdJQYAAAQIE5lnA3AgQIECAAAECBAgQIECAwKAEBrqAOKh7rFgCBAisp8BhGeyjydOSP5BsxifS8LPJpX7ZFQQIECBAgAABAgTWSsB1CRAgQIAAAQIECBDYGQELiDuj5hwCBDZOwMjzKnC/TOys5PuS+yeb8W9peFbyvsn3JAUBAgQIECBAgAABAgQIENixgHcIECBAgACBDRWwgLih/AYnQIBA5wW+JxWcnPyb5KOSbfGqNN41Wf2yEUMVUDcBAgQIECBAgAABAgQIECDQfwEVEiDQDwELiP24j6ogQIDARgi8MIPW7xw+I9u2eGsa75Z8QfK/koIAAQIEuilg1gQIECBAgAABAgQIECBAgED/BaYqtIA4xeGAAAECBFYg8KT0uTr5iuTtk804Lw0HJpf6ZVcQIECAAAECBAisv4ARCRAgQIAAAQIECBAgsHMCFhB3zs1ZBDZGwKgENlbgYRn+kuSbk/WVpNlMxadz9LjkTyYvTgoCBAgQIECAAAECBAgQ2BkB5xAgQIAAAQIENljAAuIG3wDDEyBAoAMCP5o5vjP5geTWZDOuT8Ozk0v9siuaAo4JECBAgAABAgQIECBAgACB/guokAABAn0RsIDYlzupDgIECMxeYM9c8vXJTyYfk2yL30rjXsmTkoIAAQJ9FFATAQIECBAgQIAAAQIECBAg0H8BFTYELCA2QBwSIECAwILAr+X12uQvJ9vijDRuTla/G7IVBAgQIECAAIE5EzAdAgQIECBAgAABAgQIENhZAQuIOyvnvPUXMCIBAush8PMZ5O+Sr05+e7IZH0rDQcmjk9UvG0GAAAECBAgQIECAAIEZCrgUAQIECBAgQIDAhgtYQNzwW2ACBAgQmAuBQzKLDyfflvzhZDM+l4YnJKvfX2S7qtCZAAECBAgQIECAAAECBAgQ6L+ACgkQIECgPwIWEPtzL1VCgACBnRG4Z076k+T5yQOTzfiPNDwvuW/yj5OCAIFhCaiWAAECBAgQIECAAAECBAgQ6L+ACglsJ2ABcTsSDQQIEBiEwB1T5WuTf5s8MtkW9f5eeeN3koIAAQIECBDolIDJEiBAgAABAgQIECBAgACBnRewgLjzdut7ptEIECAwO4H6ROG1udyzk21Rn0isTyY+N2/WJxCzEQQIECBAgAABAgQIrIuAQQgQIECAAAECBAjMgYAFxDm4CaZAgEC/Beaoup/LXD6X/O3kdySb8eE0HJKsfp/NVhAgQIAAAQIECBAgQIAAAQIrFNCNAAECBAj0ScACYp/uploIECDQLnBQmj+U/KPkPslm/F0afj754GT1y0YQIDAajSAQIECAAAECBAgQIECAAAEC/RdQIQECLQIWEFtQNBEgQKAnAptTxxnJC5MHJ5txYxp+LVn9Ts9WECBAgACBnggogwABAgQIECBAgAABAgQIENgVgW4sIO5Khc4lQIDA8AT+d0r+reSVySck2+L1adwrWf2yEQQIECBAgAABAgTmQMAUCBAgQIAAAQIECBCYCwELiHNxG0yCQH8FVLbuAs/OiNcmfyXZFu9M448mj09+OSkIECBAgAABAgQIECBAgMAuC7gAAQIECBAg0C8BC4j9up+qIUBguAKPS+mfTr42+Z3JZlyShocll/plVxBYVsCbBAgQIECAAAECBAgQIECAQP8FVEiAAIFWAQuIrSwaCRAg0BmBAzPT85JnJu+VbMbVaXhS8oHJDyYFAQIECPReQIEECBAgQIAAAQIECBAgQIBA/wXWtkILiGvr6+oECBBYK4G75cJvTX44eWiyGV9NwwuTS/2yKwgQIECAAAECBOZawOQIECBAgAABAgQIECAwJwIWEOfkRphGPwVURWANBL4913xV8vPJJybb4uQ07pU8MSkIECBAgAABAgQIECBAYI0FXJ4AAQIECBAg0DcBC4h9u6PqIUCgzwLPSnHXJJ+fbIuz0ni/ZPX7t2zFzgs4kwABAgQIECBAgAABAgQIEOi/gAoJECBAYAcCFhB3AKOZAAECcyTws5nLJ5JvSN4p2YyPpuGw5KOTH08KAgQIDFhA6QQIECBAgAABAgQIECBAgED/BVS41gIWENda2PUJECCw8wIPyKnvT74ree9kM/4hDU9NLvXLriBAgAABAgQIdFTAtAkQIECAAAECBAgQIEBgbgQsIM7NrejfRFREgMBOC9TvF/5hzr40+fBkM76Rhpckq9+bshUECBAgQIAAAQIECBDYMAEDEyBAgAABAgQI9E/AAmL/7qmKCBDorsDtMvXfSNbvHD4527Y4JY21cFj9bs7+WoRrEiBAgAABAgQIECBAgAABAv0XUCEBAgQIENihgAXEHdJ4gwABAusq8EsZ7drki5Jt8d407pd8evKLSUGAAIEWAU0ECBAgQIAAAQIECBAgQIBA/wVUSGDtBSwgrr2xEQgQILCcwOF582+Sv5e8c7IZV6ThZ5LV76+zFQQIECBAgEAfBdREgAABAgQIECBAgAABAgTmSMAC4hrdDJclQIDAbQhsyft/ljw7eb9kM/4pDU9L3j9Z/bIRBAgQIECAAAECBAjMm4D5ECBAgAABAgQIEOijgAXEPt5VNREgsCsCa33u92eA05KXJR+RbMZNaXh5cq/kqUlBgAABAgQIECBAgAABAgQIzF7AFQkQIECAAIFlBCwgLoPjLQIECMxQ4H/lWi9L1u8cPjXbtviDNNbCYfX7n+wLAgRWJaAzAQIECBAgQIAAAQIECBAg0H8BFRIgsB4CFhDXQ9kYBAgMXeDYANTC4Uuz/eZkM96Xhv2TxyS/kBQECBAgQGBYAqolQIAAAQIECBAgQIAAAQIE5kpgTRYQ56pCkyFAgMDGCfx0hr48eUry+5LN+Fgajkgu9cuuIECAAAECBAgQINAdATMlQIAAAQIECBAgQKCfAhYQ+3lfVUVgZwWcNxuBH89lzkn+afL+yWb8Sxqekfyx5NlJQYAAAQIECBAgQIAAAQIE1lPAWAQIECBAgACBZQUsIC7L400CBAisSuB70/uNySuSj0y2xSvTeNdk9ctGEJiVgOsQIECAAAECBAgQIECAAAEC/RdQIQECBNZHwALi+jgbhQCBfgtsSnkvTtbvHD4927Z4cxpr4fBF2X4tKQgQIECAwKKAVwIECBAgQIAAAQIECBAgQKD/Ah2r0AJix26Y6RIgMHcCT8mMrkn+evJbk8348zQckKx+tcCYXUGAAAECBAgQINAHATUQIECAAAECBAgQIECgrwIWEPt6Z9W1MwLOIbAagZ9K579Mvin5Q8lmfDINj0k+PHlpUhAgQIAAAQIECBAgQIDAfAiYBQECBAgQIECAwG0IWEC8DSBvEyBAoCFwnxy/O3lu8ieSzbguDccll/plV6y9gBEIECBAgAABAgQIECBAgACB/guokAABAgTWS8AC4npJG4cAga4LfHcK+N3kx5OPTrbFq9O4V/INSUGAAAECKxHQhwABAgQIECBAgAABAgQIEOi/gAo7J2ABsXO3zIQJENgAgRMyZv1+4TOzbYu3p/GHk9Xv/2UrCBAgQIAAAQK9F1AgAQIECBAgQIAAAQIECPRXwAJif+/taivTnwCB7QV+IU1XJU9M3iHZjPPT8KDkE5PVLxtBgAABAgQIECBAgACBuRYwOQIECBAgQIAAAQK3KWAB8TaJdCBAYIACD03NFyffktw72YzPpOHxyer3kWw3OAxPgAABAgQIECBAgAABAgQI9F9AhQQIECBAYP0ELCCun7WRCBCYf4EfyRTfkfxg8oBkM/49Dc9J3it5ZlIQIEBg1wScTYAAAQIECBAgQIAAAQIECPRfQIUEOihgAbGDN82UCRCYucAeueJJyU8lH5tsi9ekca/k65KCAAECBAgQGLiA8gkQIECAAAECBAgQIECAQJ8FLCAu3l2vBAgMV+BXU/q1yeOSbfFHabxH8leS/5kUBAgQIECAAAECBAh0V8DMCRAgQIAAAQIECBBYgYAFxBUg6UKAwDwL7PTcjsqZ25K/mdw92YyL0nBwsvpdma0gQIAAAQIECBAgQIAAAQIENkzAwAQIECBAgMB6ClhAXE9tYxEgMA8CD8kkanHw9GzvnmxGLRbWomEtHla/5vuOCRCYlYDrECBAgAABAgQIECBAgAABAv0XUCEgenK7AAAQAElEQVQBAp0UsIDYydtm0gQI7IRAfQ3pH+e8C5IPTjajvp60vqa0+tXXljbfd0yAAAECBAjcImBDgAABAgQIECBAgAABAgQI9FugFhD7XaHqCBAYusD/CcBrkp9NPj7ZFq9L417J6peNIECAAAECBAgQINBLAUURIECAAAECBAgQIEBgRQIWEFfEpBOBeRUwr9sQeG7evzZZ22y2izPTcq/kc5L/nhQECBAgQIAAAQIECBAgQGAOBUyJAAECBAgQILC+AhYQ19fbaAQIrI9AfdLwMxmqPlFYn0DM7lR8JEcPTS71y64gsM4ChiNAgAABAgQIECBAgAABAgT6L6BCAgQIdFTAAmJHb5xpEyDQKlC/bVi/cVi/dbhvS4/Pp+2JyQclz08KAgQIECCwagEnECBAgAABAgQIECBAgAABAv0XGHqFFhCH/l+A+gn0Q+DuKePtyYuSD0k24/+l4YTkUr/sCgIECBAgQIAAgYEJKJcAAQIECBAgQIAAAQIEVihgAXGFULrNo4A5ERjtHoPfTG5LHp1sizekca/kq5OCAAECBAgQIECAAAECBDonYMIECBAgQIAAAQLrLWABcb3FjUeAwKwEjsuFrkn+arIt3p3G+ySr33XZinkSMBcCBAgQIECAAAECBAgQIECg/wIqJECAAIHOClhA7OytM3ECgxV4bCr/VPKk5Hclm3FpGh6efEzyk0lBgAABAjMUcCkCBAgQIECAAAECBAgQIECg/wIqJGAB0X8DBAh0ReCATPTPk+9I/kiyGdem4SnJpX7ZFQQIECBAgAABArcI2BAgQIAAAQIECBAgQIAAgRULWEBcMdW8dTQfAoMR2DuVviV5cfInk834WhpelLxr8s1JQYAAAQIECBAgQIAAgR4JKIUAAQIECBAgQIDA+gtYQFx/cyMSILAygTuk2yuTVyV/IdkWb0zjXsnql01HwjQJECBAgAABAgQIECBAgACB/guokAABAgQIdFjAAmKHb56pE+ixwDNTW30l6QuybYuz0/hjyWck/zUpCBAgsC4CBiFAgAABAgQIECBAgAABAgT6L6BCAgRGIwuI/isgQGCeBI7IZD6e/N3kdyebcXkaHpGsfh/LVhAgQIAAAQIEViKgDwECBAgQIECAAAECBAgQILAKgY4uIK6iQl0JEOiCwE9kkucm35O8T7IZX0jDMcn9k9UvG0GAAAECBAgQIECAQP8FVEiAAAECBAgQIECAwEYIWEDcCHVjEhiywHTtP5jDNyX/MvlTyWb8Txpemtwr+QdJQYAAAQIECBAgQIAAAQIECHRBwBwJECBAgACBTgtYQOz07TN5Ap0V+NbM/NeT9TuHT8m2LU5NYy0cVr+bsi8IENhgAcMTIECAAAECBAgQIECAAAEC/RdQIQECBErAAmIpSAIE1lPg6RmsFg5fnO2mZDP+NA33Tz4t+U9JQYAAAQIECOyagLMJECBAgAABAgQIECBAgACB/gvMtEILiDPldDECBJYReGTeuyL5xuT3Jpvx12k4PLnUL7uCAAECBAgQIECAwJAF1E6AAAECBAgQIECAAIGNEbCAuDHuRh2qwDDrrk8T1qcKz0n5P55sxhfTUJ9K3C/b9yYFAQIECBAgQIAAAQIECBDotoDZEyBAgAABAgQ6LmABseM30PQJzLHA92VupyQvT/50shk3p+E3kvU7h9Uvu4LA/AqYGQECBAgQIECAAAECBAgQINB/ARUSIECAwKKABcRFB68ECMxO4JtzqZcm63cOj822Ld6Uxlo4fEm230gKAgQIECCwVgKuS4AAAQIECBAgQIAAAQIECPRfQIUzFrCAOGNQlyMwcIGnpv5rki9L/q9kM96fhgckq98/ZCsIECBAgAABAgQI7EBAMwECBAgQIECAAAECBAhslIAFxI2SH+K4au6zwCNS3GXJ05I/kGzGx9Pw6ORhyY8mBQECBAgQIECAAAECBAj0VUBdBAgQIECAAAECnRewgNj5W6gAAhsqcL+Mflbyz5Jbks34tzQ8K7nUL7uiiwLmTIAAAQIECBAgQIAAAQIECPRfQIUECBAgQGBJwALikoQtAQKrEbhzOv9e8m+Sj0q2xYlprN85PDlbQYAAAQIbI2BUAgQIECBAgAABAgQIECBAoP8CKiQwcwELiDMndUECvRd4YSq8NvlLybZ4axr3Tla/r2YrCBAgQIAAAQIEVi3gBAIECBAgQIAAAQIECBAgsHECFhDXy944BLov8OSUcE3yFcnbJZvxwTQ8MPmkZPXLRhAgQIAAAQIECBAgQGBgAsolQIAAAQIECBAg0AMBC4g9uIlKILDGAg/L9S9N/mGyvpI0m6n4dI4el6x+l2Tbu1AQAQIECBAgQIAAAQIECBAg0H8BFRIgQIAAAQK3ClhAvNXCHgEC0wL3zuG7kh9IPiDZjC+n4fjkjybfmRQECBCYNwHzIUCAAAECBAgQIECAAAECBPovoEICBNZAwALiGqC6JIGOC+yZ+b8h+Ynkzybb4rfSWJ9GfH22ggABAgQIECAwYwGXI0CAAAECBAgQIECAAAECBDZSYH0WEDeyQmMTILAageen87XJZyXb4vQ0bk7+WvLGpCBAgAABAgQIECBAgMCtAvYIECBAgAABAgQIEOiFgAXEXtxGRRDYZYGfzxU+n3xV8tuT47hl50PZPjhZ/f4uW0GAAAECBAgQIECAAAECBAj0SEApBAgQIECAAIFJAQuIkxr2CQxP4NCU/OHk25J3Szbjs2n4ueQhyeqXjSBAoCMCpkmAAAECBAgQIECAAAECBAj0X0CFBAgQWBMBC4hrwuqiBOZe4J6Z4ZnJ85IHJpvxH2l4brL6/Um2ggABAgQIEFg3AQMRIECAAAECBAgQIECAAAEC/ReY7wotIM73/TE7ArMW+M5c8LXJv00+LtkWv5PGvZLVLxtBgAABAgQIECBAgMCKBHQiQIAAAQIECBAgQIBATwQsIPbkRipjbQR6dtVfST3XJp+dbIs/TuO+yecl6xOI2QgCBAgQIECAAAECBAgQINB/ARUSIECAAAECBAhMC1hAnPZwRKCPAk9IUZ9L/lbyfyeb8RdpqN84XOqXQ0Gg8wIKIECAAAECBAgQIECAAAECBPovoEICBAgQWCMBC4hrBOuyBOZA4ODM4cLkGcl9ks3YloajkwclP5QUBAgQIEBgDgRMgQABAgQIECBAgAABAgQIEOi/gArnXcAC4rzfIfMjsHqBWiysRcNaFKzFweYVbkjDryWX+mVXECBAgAABAgQIENhFAacTIECAAAECBAgQIECAQG8ELCD25lbOvhBX7JzAd2TGv52sryutryPN7nZxUlr2StbXmWYjCBAgQIAAAQIECBAgQGDoAuonQIAAAQIECBAg0BSwgNgUcUygmwLPzrSvST4v2RbvTOOPJqvf9dmKfguojgABAgQIECBAgAABAgQIEOi/gAoJECBAgMCaCVhAXDNaFyawLgJHZpS/Tb42+Z3JZlychp9MPi756aQgQIAAgbkWMDkCBAgQIECAAAECBAgQIECg/wIqJDD/AhYQ5/8emSGBNoED03he8k+S90w24+o0PCm51C+7ggABAgQIECBAYM0EXJgAAQIECBAgQIAAAQIECPRIwALiDm6mZgJzKvDDmdfbkh9OHppsxn+l4QXJuyXfmhQECBAgQIAAAQIECBAgsIyAtwgQIECAAAECBAgQ2F7AAuL2JloIzKPAt2dSr0r+XfLnk21xchr3Sla/bAYbCidAgAABAgQIECBAgAABAgT6L6BCAgQIECBAYA0FLCCuIa5LE5iRwC/nOtcmn59si/ek8b7JZyW/lBQECBDoqIBpEyBAgAABAgQIECBAgAABAv0XUCEBAl0QsIDYhbtkjkMV+NkU/snk65N7Jpvx0TT8VLL6fSJbQYAAAQIECBDYGAGjEiBAgAABAgQIECBAgAABAr0SaF1A7FWFiiHQPYGtmfIHku9K/miyGX+fhl9MPiBZ/bIRBAgQIECAAAECBAgQWL2AMwgQIECAAAECBAgQINAmYAGxTUUbgY0RqN8vfHOGviT5sGQzvpGGFyer3x9m2xbaCBAgQIAAAQIECBAgQIAAgf4LqJAAAQIECBAgsKYCFhDXlNfFCaxI4Pbp9YrkNcknJdvi99NYC4fVL7uCAIH+CaiIAAECBAgQIECAAAECBAgQ6L+ACgkQINANAQuI3bhPZtlfgWektGuTL0y2xTlp/PHkLyW/mBQECBAgQIDAvAmYDwECBAgQIECAAAECBAgQINB/gYFVaAFxYDdcuXMj8KjM5G+SJye/J9mMv0rDzySX+mVXECBAgAABAgQIECAwSwHXIkCAAAECBAgQIECAAIF2AQuI7S5auynQhVnvn0m+L3lW8n7JZvxTGo5Nbkn+WVIQIECAAAECBAgQIECAAAEC0wKOCBAgQIAAAQIE1ljAAuIaA7s8gVsEfiDb05IfTR6WbMb/l4aXJ+t3DqtfdgWBIQmolQABAgQIECBAgAABAgQIEOi/gAoJECBAoCsCFhC7cqfMs6sC35KJ18Jg/c7hU7PfFrVgWAuHL8ub/5MUBAgQIECgOwJmSoAAAQIECBAgQIAAAQIECPRfQIWDE7CAOLhbruB1FKivIr0m470k2fZ/a/VVpvWVptXvH9NHECBAgAABAgQIEFg3AQMRIECAAAECBAgQIECAAIEdCbQtauyor/b5FjC7+RH4mUzlr5KnJL8v2Yy/ScOjkj+dvDwpCBAgQIAAAQIECBAgQIDASgX0I0CAAAECBAgQILDmAhYQ15zYAAMS+PHUek7yvcn9ks34lzQ8I7nUL7uCQAlIAgQIECBAgAABAgQIECBAoP8CKiRAgAABAt0RsIDYnXtlpvMrcJdM7feTVyQfmWyLV6SxfufwjdkKAgQIEOiLgDoIECBAgAABAgQIECBAgACB/guokMAABSwgDvCmK3lmAptypRcnr00+LdkWb05jLRxWv69nXxAgQIAAAQIECMyBgCkQIECAAAECBAgQIECAAAECOxboywLijiv0DoG1EfjFXLYWDn89229JNuMDadiafEry75OCAAECBAgQIECAAAECBHZdwBUIECBAgAABAgQIEFgHAQuI64BsiF4J/FSq+WjyD5I/mGzGJ9PwmGT1+8tsxW0K6ECAAAECBAgQIECAAAECBAj0X0CFBAgQIECAQJcELCB26W6Z60YK3DeDvyd5bnL/ZDO+lIZfTt4n+e6kIECAQP8FVEiAAAECBAgQIECAAAECBAj0X0CFBAgMUsAC4iBvu6JXIfDd6Xty8mPJI5Jt8eo01u8c/m62ggABAgQIECAw9wImSIAAAQIECBAgQIAAAQIECPRfYFcqtIC4K3rO7bvAC1Jg/c7hM7Jti7el8YeTJyT/KykIECBAgAABAgQIECCwlgKuTYAAAQIECBAgQIAAgXURsIC4LswG6ZjAL2S+VydfmbxDshnnp+HAZPW7F66eXAAAEABJREFUKttdCKcSIECAAAECBAgQIECAAAEC/RdQIQECBAgQIECgWwIWELt1v8x2bQV+Mpe/OPmW5F2TzfjbNByZfGiy+mUjCBAYrIDCCRAgQIAAAQIECBAgQIAAgf4LqJAAAQIDFbCAONAbr+wpgR/J0TuTf548INmMf0/Ds5PV7x3ZCgIECBAgQKDDAqZOgAABAgQIECBAgAABAgQI9F9AhbsmYAFxZX57p9vPJl+SfHvyw8ltyS8nv5a86Zas/Wqr96pP9a1z6ty6RrqJORL4rszlpOSnko9JtsVvp3GvZPXLRhAgQIAAgbFAPdvrGV/P+nrm17O//gaovwXqbwJ/H4yp7BAgQGAmAi5CgAABAgQIECBAgAABAuskYAGxHfr703xMsj5t9sVs63fu3pXty5NHJ+v37+6e7R7J2yU33ZK1X231XvWpvnVOnVvXqGvVNevaNUZOG3JsaO2/ltGvTR6XbIsz0rhP8leT/5kUBAgQIECgnt31DK9neT3T69lez/h61tczv5799TdA/S1QfxP4+8B/MwQIECBAgACBBQEvBAgQIECAAAECXROwgHjrHbtjdp+ZrE8PfCHbU5OPTd45Oauoa9U169o1Ro1VY9bYsxrDdZYXqH/grU+HvDrddks248I0HJxc6pddQYDAdgIaCAxHoJ7R9ayuZ3Y9u+sZXs/yeqbPSqGuVdesa9cYNVaNWWPPagzXIUCAAAECBAgQIECAwOoFnEGAAAECgxWwgDga7Ze7/6bk9cnfTdanB7JZl6ixaswau+ZQc1mXgQc4yCGp+S+S9RVz9emQ7E7F53L0hORDkhclBQECBAgMW6CeyfVsrmd0Pavrmb1eIjVWjVlj1xxqLjMb24UIECBAgAABAgQIECBAgACB/guokMCuCgx5AXFr8M5O/lXyKcn6mrFsto/ddtttdNBBB42OP/740SmnnDI677zzRp/5zGdGX/rSl0Zf/epXRzfddNNC1n611XvVp/rWOXVuXWP7K49bauyaQ82l5nTA+B07uyqwby7wx8nzkw9KNuP/puFXkkv9sisIECBAYMAC/j4Y8M1XOoE5FzA9AgQIECBAgAABAgQIECCwbgJDXEDcO7qnJy9JHp5sja1bt45e8YpXjC677LLRDTfcMLrwwgtHr3vd60bHHnvs6NBDDx3tu+++oz333HN0+9vffrRp06aFrP1qq/eqT/Wtc+rcukZdq65Z1x6NWoetxsPzcnGy5lhzza7YCYE75pzfSX4m+fhkW7w2jXslX5MUBAgQIDBsgXrm1rPX3wfD/u9A9QQIECBAYA0EXJIAAQIECBAgQIBA9wSGtoD4/NyizyePSm4XmzdvXlg0vOqqq0aXXHLJ6IUvfOFoy5Yt2/Xb2Ya6Vl2zrl1j1GJijbmD69Uca6415x100bwDgeem/Zrkc5JtcWYa75Wsfl/JVhBYnYDeBAj0TaCetfXMrWfvdrXVs7qe2fXsrmd4Pcvrmb5dx51sqGvVNevaNUaNVWPu4HI1x5przXkHXTQTIECAAAECBAgQIDATARchQIAAAQIDFhjKAuJ9co8/nHxVclNyKuorRt/znveMrrzyyoVFw733rg8hTHWZ+UGNUf9YWGPW2DWHlkFqrjXnD+e9qiEbsYzAz+W9zybrE4X/J9tmlOOhaaxPJNYnE7MrCBAgQGBIAo1a69laz4Z61tYzd+rtejbXM7qe1fXMrmf3VIc1OKgxaqwas8auObQMU3OtOdfcq4aWLpoIECBAgAABAgQIECBAgMBwBVROgMCuCwxhAfGYMH0seWByKuqrRN/3vvctfD3pEUccMfXeeh7U2PU1pzWXmlPL2DX3qqFqaXl78E0PjsAFyT9K3iPZjPqkxhPTuNQvu4IAAQIEBi5Qz9R6ttYzdoqinsX1TK5ncz2jp95cx4Mau+ZQc6k5tQxdc68aqpaWtzUR6JWAYggQIECAAAECBAgQIECAAIF1FNigBcR1q/CkjHRqsv6X+tksxh577DE69dRTF76m9LDDDltsnIPXmkt9fVnNrebYmFLVULVUTY23Bnu4OZXX71VdlO1Dks24MQ31FW93z/btSUGAAAECBEqgnqX1TK1nax0vZD176xlcz+J6Ji80zsFLzaXmVHOrOTamVDVULVVT4y2HBAgQIEBgHgTMgQABAgQIECBAgACBLgr0dQHxW3Izzk4el5yKo446avS5z31udMwx8/s/1q+51RxrrlOTXzyomqq2qnGxZXivu6fk30xemazfgspmu3hDWvZKVr9sxMwEXIgAAQLdFahnZz1D61k6VUU9c+vZW8/gqTfm6KDmVnOsubZMq2qq2qrGlrc1ESBAgAABAgQIEFilgO4ECBAgQIDAoAX6uID4nbmj9XWWh2c7FfW/3D/99NNHe+6551T7PB7UHGuuNeeW+VVtVWPV2vJ2r5uOT3XXJn812RbvSuO9k/UPqV/OVhAgQIDALQID39Qzs56d9QydoqhnbT1z69k79cYcHtQca64155bpVW1VY9Xa8rYmAgQIECBAgAABAgQIEBiCgBoJECAwC4G+LSDWP5idG5j6TaBsFmPz5s2jyy67bK4/dbg40+1f69MGNfeqofFu1Vi1Vs2Nt3p5+NhU9enk65J7JJtxaRoelqx+n8pWECBAgACBJYF6VtYzs56dS22jerbWM7aetePGjuzUnGvuVUNjylVj1Vo1N95y2GEBUydAgAABAgQIECBAgAABAgT6LzBXFfZpAbG+squ+umv/SeGDDz54dPHFF4+2bNky2dyp/Zp71VC1NCZetVbNVXvjrd4cPjCVfDD5juS9ks24Jg1PTh6QrH7ZCAIECBAgMBaoZ2Q9K+uZOW6sZ2o9W+sZO27s2E7NvWqoWhpTr1qr5qq98ZZDAgQIEFhfAaMRIECAAAECBAgQIECgmwJ9WkB8Z25B/a/us1mMRz7ykaMLLrigE19ZujjjHb/WV5ZVLVVTo1fVXLU3mjt/uHcqeGvyI8mHJpvxtTS8MFn93pLt+oRRCBAgQKBrAvWMrGfleN71LK1naj1bx40d3akaqpaqqVFC1Vy1N5odEiBAgAABAgQIrEhAJwIECBAgQIDAwAX6soB4Uu5j/e5PNotR/5B2zjnnjDZt2rTY0IPXTZs2jaqmqq1RTtVeBo3mTh5+W2Z9YvKq5BOTbfF7adwrWf2yEQQIELhtAT0GKVDPxnpGjouvZ2g9Szdt8vfBGMUOAQIECBAgQIAAAQIEeiSgFAIECBCYjUAfFhCPCcVxyXHUV3mdfXZ9c9e4qVc7VVvV2CiqDMqi0dypw2dlttcmT0i2xVlpvF/ymcl/TQoCBAgQILAjgXom1rNx/H49O+sZOm7o2U7VVjU2yiqDsmg0d+rQZAkQIECAAAECBAgQIECAAIH+C6hwzgS6voB4n3iekhzH5s2bR2eeeWavPnk4Lu6WnU2bNi3UWLXe0rS0KYsyWTruyvbRmejHk29I3inZjMvS8IjkUr/sCgIECBAgsEOBehbWM3HcoZ6Z/j4Yc9ghQIDAOgkYhgABAgQIECBAgAABAgS6KtD1BcTXB37qO8je9ra39eI3D1PXslG/eVS1NjqVRZk0mmd0OPvLPCCXfH/y3cn6x95spuILOXpq8ieS5yYFAQIECBBYiUA9C+uZOO5bz8x6do4berpTNVatjfLKokwazQ4JECBAgAABAjsQ0EyAAAECBAgQIDB4gS4vID4/d+/A5DhOPfXU0ZYtW8bHfd+pWqvmRp1lUjaN5rk6/KHM5k3JS5MPTzbjv9Pw0mT9zmH1y64gQGBXBJxLYEAC9QysZ+G45HpW1jNz3NDznaq1am6UWSZl02h2SIAAAQIECBAgQIBAnwTUQoAAAQIEZiXQ1QXEvQNwYnIcRx111OiYY4b3Ez9Vc9U+hljcKZsyWjyan9fbZSq/kazfOXxKtm1RXzlXC4e/njdvSgoCBAgQILBSgXr21TNw3L+ekfWsHDd0b2enZlw1V+2Nk8umjBrNDgkQIECAAAECBAgQIECAAIENFjA8gbkT6OoC4ssiWV/Hlc1otMcee4xe+9rXLuwP8aVqL4OJ2sumjCaaNnz36ZnBNckXJdviT9N4/2T1++dsBQECBAgQWK1APfvqGbhwXj0b6xm5cDDAl6q9DCZKL5symmiyS4DA2gm4MgECBAgQIECAAAECBAgQ6K5AFxcQDwj3UclxnHjiiWv/u4fj0eZvp37vqAwaMyujrY22jTg8PIP+dfKNye9NNuOKNDzylqz97AoCBAgQILBqAX8fNMjm/O+DxmwdEiBAgACBORIwFQIECBAgQIAAAQIERl1cQHzu5H3bunXrIL+6dNKg9uurysqi9ifyeRP7671bnyasTxWenYF/LNmM+pRhfdpwqV/zfccEZibgQgQIzEyg7f8/n9nFd/FC/j5oAZzDvw9aZqmJAAECBAgQIECAwGwEXIUAAQIECBCYnUDXFhD3S+n1ibZsFuOEE05Y3PE6arEoqzJbT53vz2CnJi9P/nSyGfW7hvX7hvU7h/V7h833HRMgQIDA/AocnKldmjw0uR6x0jHqWVfPvHH/lmfi+L2h7bRYlFWZDY1CvQQIECBAgAABAgQIECAwnwJmRYDAHAp0bQHx2EnDgw46aHTYYYdNNg16vyzKpIEwZdZ4b5aH35yLvTR5bfKYZFu8KY21cFj9/jv7ggABAgS6JXBypnv35HnJeVpInHrW1bOwnomZo4hAWZRJdidjymzyDfsEZiPgKgQIECBAgAABAgQIECBAgECXBVa2gDgfFd4x03hychzPfOYzx/t2FgVaTMqs7BY7rM1rLRjWwuHLcvlaSMxmKs7N0U8kn5r8QlIQIECAQDcFvpppvyZZ8YC81ELiJdkektyoqGdcPevG47c8C8fvDXWnxaTMym6oJOomQIAAgR0JaCdAgAABAgQIECBAgEAEurSA+ITMd1NyITZv3jw64ogjFva93CpQJmVza8uozMpuomlmu4/IleqrSusrS+urS3M4FR/P0aOT1e+ybMUGCBiSAAECMxZ4Q673H8ml2Jqd85MbtZBYz7h61mUKo1E9A+tZuHDgZSxQJmUzbhit6d8HI/+PAAECBAgQIEBg/QWMSIAAAQIECBCYpUCXFhAfM1n40UcfPXlof0KgxWbKbqLrzu7+WE48O/lnyfsnm/GvaaiPh94v27OSggABAgRWLzCvZ9SnEH+rZXJLC4kX572HJNcrpp5xLc/A9ZrH3I/TYjNlN/cFmCABAgQIECBAgAABAgT6KaAqAgQIzKVAVxYQ69NtB04KHnnkkZOH9icEWmzKrgwneu3U7p1z1huTf508PNkWJ6axfufw97IVBAgQINBPgd9NWdcn2+KANF6QXI+FxHq21TMuwy1GyzNw8Q2voxabsitDOjMXcEECBAgQIECAAAECBAgQIECg/wL9rrArC4gPn7wNW7duHe29996TTfYnBMqmjCaaavm/S4UAABAASURBVHfKsBpWmS9K//qdw6dn2xZvSWPdlBdm+7WkIECAAIH+CtyY0l6XXC4mFxIPXq7jLrw39WyrZ189A3fher0+tWzKqFHklGHjPYcECBAYnoCKCRAgQIAAAQIECBAgQGBBoCsLiFNfhfbwh/u3roW7t8xLi9GU4TKnNt96chpq4fA3sr1dshkfTEP9I3H1uyb7cxUmQ4AAAQJrJvD6XHnytxBz2Br1jPhQ3vlIctYLiVPPtpZnX4YUkwItRlOGk33tEyBAgAABAgS6JGCuBAgQIECAAAECsxXoygLiAyfLPuSQQyYP7bcItBhNGbac0myqVdpL0/iHyR9KNuNTaXhs8mHJ6peNIECAwMwEXGj+BepTiL+zimnWc6gWEuurTWf1IK9rjqfQ8uwbv2dnUaDFaMpwsZdXAgQIECBAgAABAgQIrJuAgQgQIEBgTgW6sIBYX4tZv723QLjbbruNtmzZsrDvZccCZVRWEz3KsCwnmlp3753Wdyffn3xAshlfTsNxyer3rmwFAQIECAxX4KSUvpJPIabbOOoTiefn6MPJg5I7G/VMq2fbwvn1zKtn38KBlx0KlFFZTXQow7KcaNrVXecTIECAAAECBAgQIECAAAEC/RdQYd8FurCAeN/Jm7DffvtNHtpfRqDFasqyceqdcvyG5CeSj062xW+mca9k9ctGECBAgMDABepTiLf1W4g7Ijowb1yY3NmFxKlnWsszL5cWbQItVlOWbedoI0BgIALKJECAAAECBAgQIECAAAECtwh0YQFx31vmurC5973rg28Lu15uQ6DFaspy4vQTsn9t8lnJtnh7Gu+efH6y/rE4G0GAAAECBBYEXpvXXXk2LC0k/kWu8+DkSmPqmdbyzFvpdQbXr8VqynJwIAomQIAAAQI9EFACAQIECBAgQIAAgVkLdGEB8W6TRe+zzz6Th/aXEWixmrLMqU9Mfj55YvLbks24IA31j7lL/XIoCBBYBwFDEOiSQC0e1iLirs75QbnARcmVLiROPdNannm5lGgTaLGasmw7RxsBAgQIECBAgAABAmsi4KIECBAgQGBuBbqwgPiDk3p3vetdJw/tLyPQYrVk+dCc9pHkW5Nt/2j4mbQ/Pnlosr5aLhtBgAABAgR2KFBfY1oLiTvssIo3lhYSL8459XuJ2bTG0jNt4c2WZ95C+/q/zP+ILVZTlvNfgRkSIECAAAECBAgQIECAAIGNFjA+gf4LdGEB8Xsmb8Nd7nKXyUP7ywi0WNU/EJ6ZUz6YfGCyGV9Jw3OT90pWv2wEAQIECBC4TYH/SI+TkrOMWjysRcT6VGLtN6/t74OmyAqPW/4+mLJc4WV0I9A/ARURIECAAAECBAgQIECAAAECY4EuLCDuMZ5tdvbcc8+83nboMRq1WNUC4uN2YPOatO+VnMXX0OUyggABAgQGJvA7qXdWn0LMpcZRX6XdtpDo74Mx0ep2Wv4+mLJc3dX0JkCAAAECGy9gBgQIECBAgAABAgQIzF6gCwuIu02Wvfvuu08e2l9GYJVWz8ul6hMkN2crRyMGG2fAnr3/Brr530B9in3qmZ3nySxjaSHxQ7lofSJxaqxVPvNyieFGi9WU5XBlVE6AAAECBAgQILDOAoYjQIAAAQIE5ligCwuI3zrpd7vb3W7y0P4yAqyWwfEWAQIECKyBwLpc8uCMUp9InPqDwDMvKiuMFqupv7VWeBndCBAgQIAAAQIECBAgQGCwAgonQGAIAl1YQBzCfVAjAQIECBAgQIAAgY0TMDIBAgQIECBAgAABAgQIECDQf4FVVNiFBcRvTNbz9a9/ffLQ/jICrJbB8RYBAgQIdFXg3Ez8/smpPwg88yKywmixmvpba4WX0Y0AAQIE5kTANAgQIECAAAECBAgQILAWAl1YQLxxsvAbbrhh8tD+MgItVten+yY5mmcDcxu5P6MRg9GIwWjUOYM7jkajqWd2jmcZ78/F9ks+InlFcmqslmdeuog2gRarKcu2c7QRIECAAAECBAjMXMAFCRAgQIAAAQJzLdCFBcRa9BojXnfddeN9O8sLtFhNWS5/tncJECBAYHUCg+/97Ajslpx1fCAXrIXDw7L96+RSTD3TWp55S/1sGwItVlOWje4OCRAgQIAAAQIECBAgQGBKwAEBAgSGIdCFBcR/nbwV//zP/zx5aH8ZgRarKctlTvUWAQIECBBYjcD/SefnJGcZf56L1cLhT2U7uXCYw4WYeqa1PPMWOnnZXqDFaspy+zMG0KJEAgQIECBAgAABAgQIECBAoP8CKlyVQBcWEP9hsqJrrrlm8tD+MgItVlOWy5zqLQIECBAgsBqB49J5Vp8+/GCu9RPJhyfbFg7TvBBTz7SWZ95CJy/bC7RYTVluf4YWAgQIzK+AmREgQIAAAQIECBAgQIDA2gh0YQHxqsnSr7zyyslD+8sItFhNWS5z6ka9ZVwCBAgQ6J5ALRweP4Npn5dr1MLhw7K9LHlbMfVMa3nm3db5g32/xWrKcrAwCidAgAABAgTWU8BYBAgQIECAAAECcy7QhQXEz04afvKTn5w8tL+MQIvVlOUyp3qLAAECqxTQfcAC9dWl9RWmO0twfk6shcOfzHYlC4fpthBTz7SWZ95CJy/bC7RYTVluf4YWAgQIECBAgAABAgQILAnYEiBAgMBQBLqwgPjxyZtxxRVXTB7aX0agxWrKcplTvUWAAAECBFYiUJ8+fPZKOrb0uSBttXD40GxXs3CY7gsx9UxreeYtdPKyvcB2VqPRlOX2Z2ghQIAAAQIECBAgQIAAAQIEOi+gAAKrFOjCAuLVqelfkgtx4403ji6//PKFfS87FiijsproUYZlOdFklwABAgQI7JJAfXXpaj99+KGM+MDkocmdWTjMaQtRz7R6ti0c1DOvnn0LB152KFBGZTXRoQzLcqLJLgECXREwTwIECBAgQIAAAQIECBAgsFYCXVhArNovrpelvOCC+tDC0lFvtjMtpMVoynCmg7kYAQIECAxRoD59+NxVFH5h+tbC4SHZXpKcRUw921qefbMYo1fXaDGaMuxVsYohQIAAAQLzK2BmBAgQIECAAAECBOZeoCsLiPVphTHmBz7wgfG+nXaBFqMpw/aztBIgsHMCziIwSIFfTtUr+fThRelXC4cPyXZWC4e51EJMPdtann0LnbzcKtBiNGV4a097BAgQIECAAAECBAhsL6CFAAECBAgMR6ArC4hTK4aXXnrp6OqrfdvWjv4zLZsyarw/Zdh4zyEBAgQIEFiNQH368Dm3cUItTB2YPgcnZ71wmEsuxNSzrZ599QxceGelLwPqVzZl1Ch5yrDxnkMCBAgQIECAAAECBAgQINAPAVUQILBqga4sIP5jKvtIchxnnnnmeN/OtECLTdmV4XRHRwQIECBAYOcEnpXT9ki2RS0W1icO66tK1/rrMevZVs+48TxanoHj94a+02JTdmU4dBr1d1TAtAkQIECAAAECBAgQIECAAIG1E5iXBcSVVPiuyU6nn3765KH9CYEWmym7ia52CRAgQIDAagW+PSe0/fZhLRbW15TW4mEtIqbbusTUM67lGbguk+jCIC02U3ZdqMEcCRAgQKAXAoogQIAAAQIECBAgQKADAl1aQPyjeN6cXIht27aNzjrrrIV9L7cKlEnZ3NoyKrOym2iyS2CWAq5FgMDABJ6Zeic/fVgLh/U1pfV1pRfmvfWOesbVs25h3HoG1rNw4cDLWKBMymbcMPL3wYSFXQIECBAgQIAAgRUJ6ESAAAECBAgMSaBLC4hfyY15c3IcJ5988njfzqJAi0mZld1iB68ECBAgQGBJYPXbO+SU5yUr6lOG9YnDWji8qBo2KOsZV8+68fAtz8Lxe0PdaTEps7IbKom6CRAgQIAAAQIECBAgMBwBlRIgQGAnBLq0gFjlnVovS3nRRReNzj333KXDwW/LokwaEFNmjfccEiBAgACB1QjUpw+35YT6fcP6qtKN+MRhht8upp519SysZ+J2vQbaUBZl0ih/yqzxnsMOCJgiAQIECBAgQIAAAQIECBAg0H+BjaywawuIVwTrnOQ4XvWqV433h77TYlFWZTZ0GvUTIECAwGwELshlDkh+KDlPUc+6euaN59TyTBy/N7SdFouyKrOhUaiXAAEC8yBgDgQIECBAgAABAgQIEOiEQNcWEAv1NfWylJdeeunotNNOWzoc7LYMyqIB8DuNY4czF3BBAgQIDErg43Ncrb8PWm6Ovw9aUDQRIECAAAECBHZKwEkECBAgQIAAgWEJdHEB8dLcojOS43jBC14wuu6668bHQ9up2sugUXcZ1e9TNZodEiBAgMCCgJe+Cfj7oHFH/X3QAHFIgAABAgQIECBAgMAwBVRNgAABAjsl0MUFxCr0ZXm5ObkQ119//eg5z3nOwv4QX6r2MpiovWzKaKLJLgECBAgQ6L1APfvqGbhQaD0b6xm5cDDAl6q9DCZKL5symmjq5q5ZEyBAgAABAgQIECBAgAABAv0XUOHGCnR1AfHqsL0gOY4zzjhjkF9lWl9NVrWPIRZ3yqaMFo+8EiBAgACBYQjUs6+egeNq6xlZz8pxw0B2quaqvVFu2ZRRo9khAQIE1k3AQAQIECBAgAABAgQIECDQEYGuLiAW76vz8pHkOI499tjR5ZdfPj7u+07VWjU36iyTsmk0r8WhaxIgQIAAgbkTqGdgPQvHE6tnZT0zxw0936laq+ZGmWVSNo1mhwQIECBAgACBlQjoQ4AAAQIECBAgMDSBLi8g1r06Li/1dVzZLMYTn/jEQfweYv2uUdW6WPX4tSzKZNxghwABAq0CGgn0W6CehfVMHFdZz8x6do4berpTNVatjfLKokwazQ4JECBAgAABAgQIEOi9gAIJECBAgMBOCnR9AfETqftpyXFs27ZtdOSRR45uvrn+rWzc3Kudqq1qrFobhZVFmTSaHRIgQIAAgUEJ1LOwnonjouuZWc/OeoaOGzu6s6NpV21VY9Xa6FMWZdJodkiAAAECBAgQIECAAAECBAjMq4B5Edhoga4vIJbfaXl5fXIcF1544ehRj3rU+LhvO1Vb1dioqwzKotHskAABAgQIDFKgnon1bBwXX8/OeoaOG3q2U7VVjY2yyqAsGs0OCRDYAAFDEiBAgAABAgQIECBAgACBzgj0YQGxsI/PyznJcbz3ve8dHX744Wv4ScTxUOu2U58sqJqqtsag5+e4DLIRBAgQIECAwC0C9Wwc8t8HVXsZ3MJhQ4AAAQIECOycgLMIECBAgAABAgQIDE+gLwuIdecem5ePJMdRC22HHHJIL34TsX7TqGqpmsYF3rpzUHaflxQECKxEQB8CBIYkMNS/D+pvoqp9SPdarQQIECBAgAABAgSmBRwRIECAAAECOy3QpwXE/45CfW/pZdmOo77K64EPfODo8ssvH7d1bafmXjVULTuY+/9K+28n/zL5oKQgQIAAAQK9FNiJoob490H9LVR/E1XtO0EmhlrDAAAQAElEQVTmFAIECBAgQIAAAQIECBAgsLECRidAYOMF+rSAWJr/npfDkvW/us9mMbZt2zbaf//9R6ed1r2fAKo519yrhsVqxq9fGe/duvMT2f2LZP3e0bdlKwgQIECAAIHRaEh/H9TfQPW3UNXs3hOYJwFzIUCAAAECBAgQIECAAAECBDoksJMLiHNdYf2D2SGZYf3uTza3xrHHHjs6+uijO/GVpvWVpTXXmvOtFYz3qrbvztEvJf9vshm/nIZtyaOSggABAgQIEFhcRBzC3wdVY/0t5J4TIECAAIEZCbgMAQIECBAgQIAAAQJDFOjjAmLdx/rKrvrqrvokXh2P84wzzhjd4x73mOtPI9anDmuONdfxxG/dqZqqtqrx99O8OfmWZDO+Lw2nJ89KVp9sBIHRaASBAAECwxWoZ2c9Q+tZOqVQz9x69tYzeOqNOTqoudUca64t06qaqraqseVtTQQIECBAgAABAoMTUDABAgQIECBAYBcE+rqAuERyfHaOTd6cHMf1118/qk/2HXDAAaNzzz133L7ROzWXmlPNrebYmE/VULVUTZNv/VsOnpz86eTfJptR/5h4ZRqfnxQECBAg0GEBU5+ZQD1L65laz9bxRevZW8/gehbXM3n8xgbv1FxqTjW3mmNjOlVD1VI1Nd5ySIAAAQIECBAgQIAAAQJdFDBnAgQIzINA3xcQy7h++PB+2anfBMrm1rj00ktHj3jEI0YHH3zw6Kyz6oN6t763nns1ds2h5lJzahm75l41VC0tby80vS+vP5L89WRbvCqNf5V8SFIQIECAAIGhC9QztZ6t9YydsqhncT2T69lcz+ipN9fxoMauOdRcak4tQ9fcq4aqpeVtTXMkYCoECBAgQIAAAQIECBAgQIBA/wV6VeEQFhDrhn0iLw9KnpCs/6V+NrfGRRddNHr0ox892meffUavfOUrR1dfffWtb67RXo1RY9WYNXbNoWWommvNueZeNbR02a7ppWm5T/IDyWbsl4YLkr+X/N9JQYAAAQIEhixQz9Z6xtaztp65Uxb1bK5ndD2r65ldz+6pDmtwUGPUWDVmjV1zaBmm5lpzrrlXDS1dNBEgQIDAbARchQABAgQIECBAgAABAsMUGMoC4tLdfXV2fjh5RnK72LZt2+hFL3rR6G53u9uoviqs/gHv8ssv367fzjbUteqade0ao8aqMXdwvZpjzbXmvIMuO2z+ZN75qeRTk19ONuOX0rAt+QvJYYVqCRAgQIDA9gL1rK1nbj17t3u3ntX1zK5ndz3D61lez/TtOu5kQ12rrlnXrjFqrBpzB5erOdZca8476KKZAAECBAgQIEBghIAAAQIECBAgQGCXBIa2gFhY9fHCo7PzwOQ5ydaorwqrf8Dbf//9R7vvvvvC15w++9nPHp166qmj888/f/TZz352dN11142+9rWvjW6++eaFrP1qq/eqT/Wtc+rrx+oada26Zl27ddDFxprTAdmtOdZcs7vT8aacuU+y7avNviftb0n+afKeSUGAAIG5FjA5AmssUM/cevY+MOPUszib7aOe4fUsr2d6PdvrGV/P+nrm17O//gaovwXqb4I5/vtg+8K0ECBAgAABAgQIECBAYE4ETIMAAQIE5kNgiAuIS/KXZOdRyfsn/zBZXweWzfZx4403juorxE466aTR0572tNFDH/rQ0T3vec/Rne50p9Ed7nCH0Td90zctZO1XW71XfapvnVPn1jW2v/K4pcauOdRcak6Xjt/Z9Z3rc4ljkw9PfiLZjJ9Ow98mX5wUBAgQIEBg6AJD+ftgPe+zsQgQIECAAAECBAgQIECAAIH+C6xVhXvnwj+bfEny7ckPJ+sbFuvbF7+W/Ztuydqvtnqv+lTfOqfOrWukm1iNwJAXEJecrsjOLyb3SD4r+ZHkekWNVWPW2DWHmstajf3nufB9k/V/MNlsF7+elo8nH5YUBAgQIEBg6AL1TK5ncz2j61ldz+z1Mqmxaswau+ZQc1mvsY1DgACBCQG7BAgQIECAAAECBAgQWHeB78+IxyTfkfxi8qrku5IvT9a3Rx2Y7d2T9e8mt8t20y1Z+9VW71Wf6lvn1Ll1jbpWXbOuXWPkNLGcgAXEW3W+kt2Tkw9K/kCyPrX3zmz/JTmrqGvVNevaNUaNVWPW2LMaY8fXWXznN7K5V/LPks24Txo+kDw1+Z1JQYAAAQIEhi5Qz+h6Vtczu57d9QyvZ3k902dlU9eqa9a1a4waq8assWc1husQIECAAAECQxJQKwECBAgQIECgWwJ3zHSfmaxPDn4h21qjeGy2d07OKupadc26do1RY9WYNfasxujVdSwgtt/Of0xz/W7g47L93uTdko9JvjR5erI+GfB32dbXg3492/oK0srar7Z6r/pU3zqnzq1r1LXqmnXtGiOnbkh8JqP+TPJJyX9NNqNW4OtjvvWph+Z7jgkQ2AABQxIgMBcC9eyuZ3g9y+uZXs/2esbXs76e+fXsr78B6m+B+pug/jaorP1qq/eqT/Wtc+rcukZdq65Z164x5qJYkyBAgAABAgQIECBAYP0FjEiAAIGBCeyXet+UrH83+d1s65OD2axL1Fg1Zo1dc6i5rMvAXRnEAuLK7tTV6fbuZH3N589nW58M2JztdyVvnyzHytqvtnqv+lTfOqfOrWuk61zFWzObmusbs21G1fEHaXx/8t5JQYAAAQIECEwL1LO9nvH1rK9nfj3767laz9D6m6D+Nqis/Wqr96pP9a1z6ty6xvRVHREgQIAAAQIECBAgQIAAAQJdEzDf1QlsTfezk3+VfEqyvoY0m+1jt912Gx100EGj448/fnTKKaeMzjvvvNFnPvOZ0Ze+9KXRV7/61dFNN920kLVfbfVe9am+dU6dW9fY/srjlhq75lBzqTkdMH5n4Dv1j1oDJxh8+f8ZgWckD0m2/cbSw9P+ieTLk4IAAQIECBAgQIDAQASUSYAAAQIECBAgQIAAAQIzFtg716tvZrok28OTrbF169bRK17xitFll102uuGGG0YXXnjh6HWve93o2GOPHR166KGjfffdd7TnnnuObn/72482bdq0kLVfbfVe9am+dU6dW9eoa9U169qtgy42Hp7NxcmaY801u8ON4SwgDvcer7TyD6Xj/ZMvSLbFS9L46eQjkoIAAQIECBAgQIAAAQIECMyngFkRIECAAAECBAjMo8DzM6nPJ49KbhebN29eWDS86qqrRpdccsnohS984WjLli3b9dvZhrpWXbOuXWPUYmKNuYPr1RxrrjXnHXTpf7MFxP7f49VW+KqcsE+yPqqbzVTcK0d/lnxz8ruTgsC6CBiEAAECBAgQIECAAAECBAgQ6L+ACgkQIECglwL3SVUfTtbaw6Zsp6K+YvQ973nP6Morr1xYNNx777X/4F+NUYuJNWaNXXOYmtTiQc215vzhHFYN2QwrLCAO636vtNpt6XhE8ujkPyWb8aQ0VJ+nZysIECBAgMCOBLQTIECAAAECBAgQIECAAAEC/RdQIYEdCRyTNz6WPDA5FfVVou973/sWvp70iCNqOWLq7XU7qLHra05rLjWnloFr7lVD1dLydn+bLCD2997OorIzcpHNyTckm/EdaXhj8rzkjyUFAQIECBAgQIBAbwQUQoAAAQIECBAgQIAAAQIEdkngpJx9arI+yZfNYuyxxx6jU089deFrSg877LDFxjl4rbnU15vW3GqOjSlVDVVL1dR4q+uHO56/BcQd23hnUeC/sjku+eDkR5PNODQNf518ZVIQIECAAAECBAgQIECAwEYKGJsAAQIECBAgQIDAxgp8S4avn0irdYXs3hpHHXXU6HOf+9zomGPm98N8NbeaY8311pmP96qmqq1qHDf2dccCYl/v7Ozrqu/5fUAu+yvJ/0k24wVp+Fzy8KSYoYBLESBAgAABAgQIECBAgAABAv0XUCEBAgQIEOiBwHemhguS260T1Cf7Tj/99NGee+6Zt+c7ao4115pzy0yrtqqxam15uz9NFhD7cy/Xq5LXZKD6WtN3ZtuMfdJQq+9vz/YuSUGAAIEhC6idAAECBAgQIECAAAECBAgQ6L+ACgkQWBSoBbVzs1u/GZjNYmzevHl02WWXzfWnDhdnuv1rfRqx5l41NN6tGqvWqrnxVn8OLSD2516uZyXXZLDHJR+f/PtkM45Ow7bks5KCAAECBAgQINAxAdMlQIAAAQIECBAgQIAAAQIEViFQX+lZHy7af/Kcgw8+eHTxxRePtmzZMtk8R/u3PZWae9VQtTR6V61Vc9XeeKsfhxYQ+3EfN6qKMzNwfRrxtdk249vT8IbkRcn6P6RsBAECBAgQIECAAAECBNZQwKUJECBAgAABAgQIENgIgfrGwvpU3njsRz7ykaMLLrigE19ZOp70DnbqK02rlqqp0aVqrtobzf04tIDYj/u4kVV8I4M/N3lA8uJkMx6cho8mfzO56v/eco4gQIAAAQIECBAgQIAAAQIEei6gPAIECBAgQKCzAidl5vW7gNksRi20nXPOOaNNmzYtNvTgddOmTaOqqWprlFO1l0GjufuHFnS6fw/npYJLM5FabX92tl9LNuNX01Bfa/qz2QoCBPovoEICBAgQIECAAAECBAgQIECg/wIqJEBg2ALHpPzjkuOor/o8++z6Zs9xU692qraqsVFUGZRFo7nbhxYQu33/5nH2tdJeX2v6xy2Tu1va3pWs934wW0GAAAECBAjMnYAJESBAgAABAgQIECBAgAABAv0X2OUK75MrnJIcx+bNm0dnnnlmrz55OC7ulp1NmzYt1Fi13tK0tCmLMlk67vzWAmLnb+FcFvCFzOoJyfq04eezbcbj01CfRqxPK2ZXECBAgAABAgQIECCwywIuQIAAAQIECBAgQIAAgfUTeH2GmvqO0re97W29+M3D1LVs1G8iVq2NTmVRJo3m7h5aQJzje9eDqb0nNeyT/M1kM26XhtcmL04ekBQECBAgQIAAAQIECBAgQGCQAoomQIAAAQIECHRM4PmZb/2kWTaLceqpp462bNmyeDCA16q1am6UWiZl02ju5qEFxG7ety7N+qZMtv4PZv9sL0o2oxYPaxGxFhNrUbH5vmMCXRQwZwIECBAgQIAAAQIECBAgQKD/AiokQIDAEAX2TtEnJsdx1FFHjY45pnc/ATiub0c7VXPV3ni/bMqo0dy9QwuI3btnXZ3x5Zn4wclnJW9MNqO+zrS+1rS+3rT5nmMCBAgQILBOAoYhQIAAAQIECBAgQIAAAQIE+i+gwl0QeFnOra/rzGY02mOPPUavfW19PmjhcHAvVXsZTBReNmU00dTNXQuI3bxvXZ71yZn85uTbk834wTT8cfKdyV6s0KcOQYAAAQIECBAgsB4CxiBAgAABAgQIECBAgACBtRaobxQ8anKQE088cRC/ezhZ8+R+/R5iGUy2Zb+Mtmbb6ZjbBcROq5r8bQl8MR2emDw8+blkMx6Thvo04q9kKwgQIECAABd+SAAAEABJREFUAAECBAgQIECgxwJKI0CAAAECBAgQ6IzAcydnunXr1kF+demkQe3XV5mWRe1P5PMm9ju5awGxk7etN5N+byrZN/nKZDO+OQ2/lfxo8sFJ0R0BMyVAgAABAgQIECBAgAABAgT6L6BCAgQIEBiWwH4ptz4UlM1inHDCCYs7XkctFmVVZp3VsYDY2VvXq4m/KNX8WPK8ZDP2T8NFyTckvz0pCBAgQGDNBFyYAAECBAgQIECAAAECBAgQ6L+ACgnslMCxk2cddNBBo8MOO2yyadD7ZVEmDYQps8Z7c39oAXHub9FgJvixVPqTyacn/yPZjGelob7W9OhsBQECBAgQIECAwKSAfQIECBAgQIAAAQIECBAgsHYCd8yln5wcxzOf+czxvp1FgRaTMiu7xQ6zeF3Ha1hAXEdsQ61I4JT02px8c7IZd0nD25NnJ/dJCgIECBAgQIAAAQIECHRawOQJECBAgAABAgQIdEDgCZnjpuRCbN68eXTEEUcs7Hu5VaBMyubWllGZld1EU3d2LSB2514NaaZfSrFPST4i+elkM+q7gz+Xxnn8guVMSxAgQIAAAQIECBAgQIAAAQI9F1AeAQIECBAYksBjJos9+mhfFDjpMbnfYjNlN9l33vctIM77HRr2/M5N+T+afHmyLU5M4xXJQ5KCAAECuyjgdAIECBAgQIAAAQIECBAgQKD/AiokQGCVAt+f/gcmx3HkkUeO9+1MC7TYlF0ZTnfswJEFxA7cJFMcvWw0Gt07+f5kM348Decn35j8jqQgQIAAAQIEhiagXgIECBAgQIAAAQIECBAgQGCtBB4+eeGtW7eO9t5778mm9dvvwEhlU0aNqU4ZNt6b20MLiHN7a0ysIfCpHB+W/MXkdclmPD0N25JPSgoCBAgQIECAAAECBDogYIoECBAgQIAAAQIECMy9wEMmZ/jwh3dyLWyyhDXfbzGaMlzzCcxoAAuIM4J0mQWB9Xj5wwyyT/LUZDO+Ow1vTv5Z8l5JQYAAAQIECBAgQIAAAQIECMxewBUJECBAgACB4Qg8cLLUQw7xi2KTHm37LUZThm3nzGObBcR5vCvmdFsC/54OT0s+LPnxZDMekYZPJ1+SFAQIrEhAJwIECBAgQIAAAQIECBAgQKD/AiokQIDAqgTqu0rvvHTGbrvtNtqyZcvSoe0OBMqorCbeLsOynGia/10LiPN/j8xwxwIfzFv3S7442RYvT+Mnkj5THQRBgAABAj0VUBYBAgQIECBAgAABAgQIECDQf4GNqfC+k8Put99+k4f2lxFosZqyXObUuXnLAuLc3AoT2QWBV+Tceyb/NNmMe6fh/cnTknskBQECBAgQIECAAIG5EDAJAgQIECBAgAABAgQIzLnAvpPzu/e965/bJ1vs70igxWrKckfnzVO7BcTZ3Q1X2liBz2b4RyZ/IfkvyWY8NQ3bkrXNRhAgQIAAAQIECBAgQIAAgZ0ScBIBAgQIECBAYCgCd5ssdJ999pk8tL+MQIvVlOUyp87NWxYQ5+ZWmMiMBN6W62xO/l6yGfUJxPok4gfyxn2SgsAtAjYECBAgQIAAAQIECBAgQIBA/wVUSIAAAQKrFPjByf53vetdJw/tLyPQYjVlucypc/OWBcS5uRUmMkOBG3KtZyYfkvyrZDMeloaPJ389KQgQIECgywLmToAAAQIECBAgQIAAAQIECPRfQIUbJfA9kwPf5S53mTy0v4xAi9WU5TKnzs1bFhDn5laYyBoIXJhrbkmekLw52YwXp+Fvkz+dFAQIECBAgAABAusoYCgCBAgQIECAAAECBAgQmHuB+la/8ST33HPP8b6d5QVarKYslz97Pt6d1QLifFRjFgTaBV6d5vpy5rOybcY90/CnybckO/e/AMicBQECBAgQIECAAAECBNZTwFgECBAgQIAAAQLDEdhtstTdd9998tD+MgItVlOWy5w6N29ZQJybW2Eiayzwd7n+o5NHJf8x2YxfSMO25NOTAwvlEiBAgAABAgQIECBAgAABAv0XUCEBAgQIEFi1wLdOnnG7291u8tD+MgItVlOWy5w6N29ZQJybW2Ei6yTwRxlnc/L1yWb87zS8MXl+8seTggABAvMtYHYECBAgQIAAAQIECBAgQIBA/wVUSIAAgQ0QsIC4AeiG3HCBr2YGxycflPzLZDMOScMVyROTggABAgQIECAwcwEXJECAAAECBAgQIECAAAECHRD4xuQcv/71r08e2l9GYMlqosuU5UT73O5aQJzbW2Ni6yDwkf+fvfuAs6Oq+z8+sQE+oCgGBUSRlgREikAiSSghgBQh9CihCEiQXqU3qSIlSE0EBAkYWgAlIBASWiShgwJZICgioMTYiBRR8ny/u9ybO7NnN1vm3jvl83/9vjtzz8ydOed9/T+z5OzM1TkGK0co7yvJOkYNM5VtFQoBBBBAAAEEEEAAAQQQQAABBHIqQLcRQAABBBBAoEcCc2vf9dZbb9W+ZL0TgYBVzLKTt2ZmExOImfko6EgTBc7Vuf1Y0+u1TJbbJ6rxGuWLCoUAAtkQoBcIIIAAAggggAACCCCAAAIIIFB8AUaIAALNFZhTe/rZs2fXvmS9E4GAVcyyk7dmZhMTiJn5KOhIkwV+r/OP/DBe12qsRulVi3KQQiGAAAIIIIBAjwV4IwIIIIAAAggggAACCCCAAAII5ETgz7X9fO2112pfLmC93JsDVjHLPOgwgZiHT4k+NlLAdyH6rkPflZg87yfVcIFyn/INhUIAAQQQQAABBBBAoDwCjBQBBBBAAAEEEEAAAQTKJvBK7YBffvnl2pesdyIQsIpZdvLWzGxiAjEzH0XjO8IZOxTw9yH6exH9/YgPBPbaQG2/Uc5WPqZQCCCAAAIIIIAAAggggAACCGRWgI4hgAACCCCAAAI9FHip9n0zZ86sfcl6JwIBq5hlJ2/NzCYmEDPzUdCRDAp4ktCThYeob+8oyTpSDf6/mDtqSSHQSAHOhQACCCCAAAIIIIAAAggggAACxRdghAgggECzBZ6r7cDTTz9d+5L1TgQCVjHLTt6amU1MIGbmo6AjGRbwY0v9WNNrA31cQW03KL9QllMoBBBAAAEEOhFgEwIIIIAAAggggAACCCCAAAIIFF+gMCN8snYkjz76aO1L1jsRCFjFLDt5a2Y2MYGYmY+CjmRc4FX1b5SyvfKCkqyRamhRDlMoBBBAAAEEEEAAgaIJMB4EEEAAAQQQQAABBBBAoHwCszTkN5TWmjt3bjRjxozWdX50LGAjW9XsYUNb1jRlf7W0E4jZ/2joYUYFJqpf/ZWzlGR9Qg3nKg8pQxUKAQQQQAABBBBAAAEEEECgyQKcHgEEEEAAAQQQQKBXAg/Wvnvy5Mm1L1kPCASMYoaBt2SyiQnETH4sdCrjAvPUv2OUgcoUJVmD1fCAcr6ysEKlK8DREEAAAQQQQAABBBBAAAEEEECg+AKMEAEEEEAgGwL31nbjzjvvrH3JekAgYBQzDLwlk01MIGbyY6FTORF4RP3cWDlAeUtJ1iFq8GNNv60lhQACCCAQQYAAAggggAACCCCAAAIIIIAAAsUXYIQFE4jNGE6bNi2aNSt3T+Ns2EdiGxslThgzTGzL7EsmEDP70dCxHAlcrL72U65WkvUlNVyn3KisqFAIIIAAAggggED+BOgxAggggAACCCCAAAIIIIBAWQVe1cD9xD0t2mrChAltK/xsJxCwsZ0N2+2byYaaTjGBWIPBKgK9EHhD791D2UZ5TknWDmrw3Yg/0JJCAAEEEEAAAQQQQAABBBoiwEkQQAABBBBAAAEEEEhBwDfIVA9zzTXXVNdZiQsEbGJ28b2z/YoJxGx/PvQufwK/VJdXVU5TkuX///YjNU5XNlJ6UrwHAQQQQAABBBBAAAEEEEAAAQSKL8AIEUAAAQQQyJLAterMPKW1WlpaookTJ7au82O+gE1sM78lspntaprys+oJjfz0lp4ikB+BE9TVtZS7lGQNVMMU5UJlUYVCAIFSCDBIBBBAAAEEEEAAAQQQQAABBBAovgAjRKCQAn/XqK5UqnXRRRdV11lpEwiY2Mx2bTvk7CcTiDn7wOhurgSeVG+/qeyr/E1J1gFq8GNNd9OSQgABBBBAAIGsCtAvBBBAAAEEEEAAAQQQQAABBBAYW0swderUaNKkSbVN+V/vxQhsYZPEIWJmiW2Zf8kEYuY/IjpYAAH/H4n+GscVSrKWVsPVyq3KAIVCAAEEEEAAAQQQQACBlAQ4DAIIIIAAAggggAACCKQm8KiO5H/H1qKtzjzzzLYVfkYBC1vZLLc6TCDm9qMrZcfzPOjZ6vzeypbKM0qytlHDc8qxCoUAAggggAACCCCAAAIIIIBAmQUYOwIIIIAAAghkU+Cc2m5NmzYtGjduXG1TKddtYIvE4M9NvM7dSyYQc/eR0eGcC9yh/q+unKyE6nQ1PqZsolAIFEiAoSCAAAIIIIAAAggggAACCCCAQPEFGCECCBRcYJrGN16p1rHHHhvNnu37Z6pNpVrx2G2QGLSNHkq05e4lE4i5+8jocEEETtE4vqaEHhL9dbXfrVyqLK5QCCCAAAIINE+AMyOAAAIIIIAAAggggAACCCCAQPEFuj5C3xwzr7L7nDlzosMOO6zysnRLj90GNQO3jY1qmvK5ygRiPj83el0Mgd9qGFspeylvKsnaVw0typ4KhQACCCCAAAIIIIBAtwTYGQEEEEAAAQQQQAABBBCog8AsHTP2VVzjx48v5aNM/ehSj10etWUbG9W25XKdCcT8fGz0tLgCV2po/ZXLlGQtqYYrlNuV1RQKAQQQQAABBBBAAAEEEECg2AKMDgEEEEAAAQQQyLrAWergA0q1Ro8eHc2YMaP6uugrHqvHnBinTWyTaM7nSyYQ8/m50eviCfxdQ/q+spnyhJKsLdXwjHKSQuVOgA4jgAACCCCAAAIIIIAAAggggEDxBRghAgggUCqBgzVaP65Ti7bafffdS/F9iP7eQ4+1bdTVn7awSbUh7ytMIOb9E6T/RRPwdx/6OxCP72Bgfnby09q2uUIhgAACCNRbgOMjgAACCCCAAAIIIIAAAggggEDxBRhhTwSe0pv8NVxatFVLS0s0cuTIaN48z6W1tRXtp8fmMXqsibHZwiaJ5vy+ZAIxv58dPS+2wOka3irKbUqyvqaGO5SfKp9TKAQQQAABBBBAAIGEAC8RQAABBBBAAAEEEEAAAQTqLjBOZ7hAqdaUKVOibbfdtvq6aCsem8eYGJcNbJFozvfLvEwg5luZ3iPQM4Hn9bYRyu7K60qy9lZDi7KPQiGAAAIIIIAAAggggAACRRBgDAgggAACCCCAAAL5EjhE3Y3deXfbbbdFI0aMKNSdiL7z0GPy2DTe2rpVL2ygRbGKCcRifZ6MppgCP9ew+ikXKcn6rBrGKr9W1lQyWHQJAQQQQAABBBBAAAEEEEAAAQSKL8AIEUAAAQRKKHCQxjxLWUOJlSfahkQckKwAABAASURBVA8fXojvRPR3HnosHlNskFH0gF7vpBSymEAs5MfKoAooMFdjOlAZpsxQkrWZGp5QTlUoBBBAIB0BjoIAAggggAACCCCAAAIIIIAAAsUXYIQIdE9gIe3+A+U1xY/uXF7LYPlRn0OHDo1mzAj9k3bwLZlrdN89Bo8l0bnpeu1ntb6vZSGLCcRCfqwMqsACUzW2QcpRygdKso5Xw7PK1gqFAAIIIIAAAiUVYNgIIIAAAggggAACCCCAAAIIpCzwaR3vROUN5UfK0kqovL3a3tLSEg0aNCgaNy5/XxHoPrvvHkN1QG0rvvNwS63+TWlq1fPkTCDWU5djI1A/gbN16P7KzUqyVlHDbcpVylIKhQACCCCAAAIIIIAAAvkQoJcIIIAAAggggAACCGRN4PPq0JmKJwZP0fIzSrLmqaFyN+KXte7vBdRifo0ePTraddddc/FIUz+y1H11n+ePoLrmsQ3Xq0JPHmp8EROIViAI1E2grgd+UUffQdlF+aOSrN3VMFPZT6EQQAABBBBAAAEEEEAAAQQQQKBuAhwYAQQQQACBwgkspxGdr3ji8GgtF1GS9Y4afDfiMloeovxe8SM9/WhPTyjq5fwaP358NGDAgEzfjei7Dt1H93V+z6trHpPH5jFWG4u6wgRiUT9ZxlUmges02H7KGCVZn1LDxcpkZR2FQgCBrgqwHwIIIIAAAggggAACCCCAAAIIFF+AESKAQFKgvxouVTwZ6EnBPlpP1t/V4LsRPXHoyUVPMqopVn7vaLX47kQt2mrOnDmR7+wbMmRINGnSpLbGDPx0X9wn9819THTJY/BYPKbEpuK+ZAKxuJ8tIyuXwLsa7qHK+so0JVkbq+ERxbeaa0EhgAACCCBQXAFGhgACCCCAAAIIIIAAAggggAAC3RZYQ+/4mfK8sq8SKk8UesLQE4cnawdPJGrRYfmLD9fSVn9noBbza9q0adFWW20VDRs2LJo4ceL8Dd1YS2NXn9t9cF/cp8Ax3XePwWMJbC5uExOIxf1sGVk5BR7UsIcohyv/UZLl/+PeosbtFAoBBBBAAAEEEEAAgSwJ0BcEEEAAAQQQQAABBBBovMAgnXKC8qSyhxKqyt2Injj0I0v96NLQfqG2p9S4gXKM4jv5tJhfU6dOjbbffvuof//+0emnnx7NmjVr/sY6rfkcPpfP6XO7D4FTua/us/vuMQR2KXYTE4jF/nybPDpO30SB83Ru32ru/8Ov1VitrFc3K+OVZRUKAQQQQAABBBBAAAEEEEAAgV4I8FYEEEAAAQQQyKHARurzrcrDys5KqJ5To+9GXF5Lf/+fJ9W02qM6S+9aSfG/S2sRr5aWluj444+PVlxxxciPEvUE34wZM+I79eKVj+Vj+tg+h8/lc3ZwSPfRfXWfO9il+M1MIBb/M2aE5RXwX4V8W8P3//F/Wctk7aIG3414sJYUAnEBXiGAAAIIIIAAAggggAACCCCAQPEFGCECCJRRYHMN+tfKFGUbJVRPqNF3I66q5VglrfLthbvqYEMVT15q0b78KFFP8A0aNChabLHFWh9zeuihh0Zjx46N7rnnnui5556LZs+eHb377rvRvHnzWuN1t3mb9/G+fo8fT+pj+Fg+po/d/ozVFvfJT/hzH93X6oYyrjCBWMZPnTGXTeAGDbifco6SrEXUMEa5X1lPoRBAAAEEci5A9xFAAAEEEEAAAQQQQAABBBBAoPgCPRjhtnrPfcodymZKqH6jxpHK15WrlXrVQzqw+7OullcoHd7ZOHfu3MiPGB0zZky07777Rptuumm06qqrRksuuWS0yCKLRB/5yEda43W3eZv38b5+j9/rY+gcHZXP7T64L+7TtI52LFs7E4hl+8QZb1kF/quBH6l4ktCThVqN1fp65f/D+GMtP65QCCCAAAIIIIAAAo0V4GwIIIAAAggggAACCCCAQD0E/JQ6Pwt0og7u7/PTol1V7kYcrC3XK42qR3WivZUllAOVB5RGlc/lc/rc7oP70qhz5+I8TCDW7WPiwAhkUsDPs95QPfNjS9/WMllHqGGmspNCIYAAAggggAACCCCAAAIILFCAHRBAAAEEEEAAgUwK7KlePa1cp/juOi3aVeVuxI215ZdKs+rvOvFFiic4v6TlaMVP1ntDy7TKx/IxfWyfw+fyOX3utM5RqOMwgVioj5PBINBlgZ9oTz/WdLyWyfIX4vqvTCZow1eU8hUjRgABBBBAAAEEEEAAAQQQQACB4gswQgQQQKCYAvtpWC2KH8v5NS1DdbMaPYG2pZZ3K1mqV9WZccrOytLKisqOyknKNYrvHHxByznKe4ofQep43W3e5n28r9/j9/oYPpaP6WP7HHor1ZkAE4id6bANgWIL/EnD85fBbqelLyhaxMr/x9Tth8daeYEAAghkWICuIYAAAggggAACCCCAAAIIIIBA8QUYYTuBj6rlMOUV5WJlZSVU16pxoLKD4kk2LTJfs9TDm5QfKrspnvj0zTGf0/rCiue5HK+7zdu8j/f1e/xeH0O7Ut0RMGp39mdfBBAonsAtGlJ/5UwlWf4+xHPU6O9H9PckapVCAAEEEEAAAQRSF+CACCCAAAIIIIAAAggggAAC3Rf4P73lWMWP5zxXSz+aU4t25bsRV1frKOURhUJggQJ1mkBc4HnZAQEEsifgC42fhX1voGvrqe1+ZYyyiEIhgAACCCCAAAIIIIAAAlEUgYAAAggggAACCCDQBAHfaXeqzuuJw9O17KuEqnI34t7a+IxCIdBlASYQu0zFjgiUQuDRKIqGa6T7K/9SknWwGmYq31EoBBBAAAEEEEAAAQQQQAABBBDIqwD9RgABBBDIo8AX1ekfK68rxyuLKcl6Xw2VuxEP0PqLCoVAtwWYQOw2GW9AoBQCl2iUflb0VVomy7fB+1nZfnb0SsmNvEYAgeYJcGYEEEAAAQQQQAABBBBAAAEEECi+ACMspcCKGvWFyqvKEYq/ekqLWL2lV6cpyyjex/tqlUKgZwJMIPbMjXchUAaBP2uQ31W2Vp5VkrW9GlqUoxQKAQQQQAABBHouwDsRQAABBBBAAAEEEEAAAQQQCAl8VY0/VXwXoe8m1Gq7mq0W343oicMTtO7XWlAZFMhVl5hAzNXHRWcRaIrAr3RWX6j8TG2txqqPXp2lzFCGKRQCCCCAAAIIIIAAAiUSYKgIIIAAAggggAACCNRFYB0ddbzyW8XfX6hFu/Idhr7T0BOH/h5E34HYbicaEOipABOIPZXjfcUUYFSdCZyojWsqv1aSta4a7lUuUkLP3VYzhQACCCCAAAIIIIAAAggggEBGBOgGAggggAAC2RQYqm75q6Me0XIXJVQvqNF3I/qrpvxdh/7OQzVRCKQrwARiup4cDYGiCzylAW6ujFbmKMnaXw1+rOnuWlIINFSAkyGAAAIIIIAAAggggAACCCCAQPEFGCECBRXYROO6XXlA8VdHadGunlGL70bsp+XFCoVAXQWYQKwrLwdHoLAC4zSy/srlSrKWUsNVym3KKgqFAAIIIIBAZwJsQwABBBBAAAEEEEAAAQQQQKCsAt/SwCcrdytbKqGq3I24ujZeoeS16HfOBJhAzNkHRncRyJDAX9WX7ylbKE8rydpaDc8qxykUAggggAACCCCAQOEEGBACCCCAAAIIIIAAAgj0UGAnvW+a8ktlYyVUlbsRB2rjdQqFQEMFmEBsKHfGT0b3EOiZwJ162xrKSUqoTlPj48qmCoUAAggggAACCCCAAAIIINBsAc6PAAIIIIAAAs0S2E0n9r+VXq/lekqoKncjbqCNExUKgaYIMIHYFHZOikAhBX6oUa2m+FndWsRqLb26S7lM+YxCpSzA4RBAAAEEEEAAAQQQQAABBBBAoPgCjBABBHIrsI967qe1Xa2l/61Ui3blr4Ty3YibacsdCoVAUwWYQGwqPydHoHACv9OI/NzuPbX8i5Ks0WpoUfZSKAQQQACBKMIAAQQQQAABBBBAAAEEEEAAAQSKK3CQhjYriqKxWq6ihMp3Iw7WhhHKFIVCIBMCTCBm4mOgEwgUTuBnGlF/5VIlWX3VcLkySfmaQiGAAAIIIIAAAjkUoMsIIIAAAggggAACCCCAQFBgIbUepbyuXKAsr4SqcjfiSG38jUIhkCkBJhArHwdLBBBIW+AfOuB+ir/70M/11mqsttCrp5WTFQoBBBBAAAEEEEAAAQQQaIwAZ0EAAQQQQAABBOojsLgOe5LyhnKWspQSqsrdiHto45MKhUAmBZhAzOTHQqcQKJTAPRrN2spxSqh8UfVE4pahjV1pYx8EEEAAAQQQQAABBBBAAAEEECi+ACNEAAEEMirwBfXrTMV3HPpmic9oPVnz1FC5G3FfrT+vUAhkWoAJxEx/PHQOgUIJnKHRDFBuVZLlR5nerkY/2nRJLSkEECiHAKNEAAEEEEAAAQQQQAABBBBAAIHiCxR1hMtpYOcrnjg8WstFlGS9owbfjbiMlocov1coBHIhwARiLj4mOolAYQRmaiTbKrsprynJ2ksN3me0lhQCCCCAAAIIZFaAjiGAAAIIIIAAAggggAACpRXor5Ffpngy0JOCfbSerL+rwXcjeuLwGK37saZaUAjkR6BtAjE//aWnCCBQDIFrNIx+yoVKsnyLvy/Ad2nDWgqFAAIIIIAAAggggAACaQlwHAQQQAABBBBAAIGeCqypN16l+PGjHd0AUbkbcWntd4riiUQtKATyJ8AEYv4+M3qMQEwgxy/+rb4fpGykTFeStakaHldOUygEEEAAAQQQQAABBBBAAAEESi3A4BFAAAEEmibwDZ15gvKEsrsSqpfV6LsRfcfhj7T+rkIhkGsBJhBz/fHReQQKIXCfRuGL8A+0/J+SrOPU8JyyjUIhUCQBxoIAAggggAACCCCAAAIIIIAAAsUXYIT5FfCND7eq+79RdlZC5X+33FcbVlAuUCgECiPABGJhPkoGgkDuBX6sEfj54TdpmawBavDF+motffu/FhQCCCCAAALNEuC8CCCAAAIIIIAAAggggAACBRbYXGPz1ytN0bKjmxoqdyOuqn3GKlQhBco9KCYQy/35M3oEsibwkjq0o/Id5RUlWbupYaayv0IhgAACCCCAAAIIINA9AfZGAAEEEEAAAQQQQKBjge206X7lDsVfr6RFu6rcjfh1bfm5QiFQWAEmEAv70ZZjYIyysAK/0Mj6KecryVpMDRcp9yrrKhQCCCCAAAIIIIAAAggggEDBBRgeAggggAACdRTwzQwzdPyblfWVUPnfIn034mBtvEGhECi8ABOIhf+IGSACuRV4Tz0/TBmqPKQka5gafGE/S8s+CpUvAXqLAAIIIIAAAggggAACCCCAAALFF2CECGRZYE917mnlWqWjGxUmadtmynDllwqFQGkEmEAszUfNQBHIrYAnDz2J6MlETyomB3KUGlqU7RUKAQQQQKDuApwAAQQQQAABBBBAAAEEEEAAgVwL7Kfe+99rcrxfAAAQAElEQVQTr9Dya0qofDfiBtqwlXK3UsJiyGUXYAKx7P8LYPwI5EfAjzPtr+768aZaxGolvbpJ8V8LfUlLCgEEEEAAAQQQQCApwGsEEEAAAQQQQAABBMor8DEN/XDlj8rFyspKqPzvi74bcQdtfEChECitABOIOf7o6ToCJRT4g8bsZ5LvpOVLSrK8zX89dEhyA68RQAABBBBAAAEEEEAAgbwK0G8EEEAAAQQQ6LHAonrnccrryjnKskqoKncjjtLGRxUKgdILMIFY+v8JAIBALgVuVK99N+KPtUzWwmrw3Yr+CyF/qbFeZq7oEAIIIIAAAggggAACCCCAAAIIFF+AESKAQPMEPqdTn6p44vA0LfsqobpIjb4bcW8tf6tQCCDwoQATiB9CsEAAgdwJ/E89/oHyDeU+JVn+3kR/f6L/sugTyY28RgABBHomwLsQQAABBBBAAAEEEEAAAQQQQCDDAl9U33zTgScOj9f6Ykqy3leD/83QX4V0oNZfVBLFSwQQYAKR/w0ggEDeBaZrABspByn/VpLlZ5vPVOPOCoUAAggggAACZRVg3AgggAACCCCAAAIIIFBkgRU1ON9N+KqWRygfV5L1LzX4bsSltTxS8b5aUAggEBLI7QRiaDC0IYBAqQUu1Oj7KdcoyfqKGiYo1yvLKxQCCCCAAAIIIIAAAgjkRIBuIoAAAggggAACnQispm2XK76LcH8tQ/WmGn034jJanqD8VaEQQGABAkwgLgCIzQggkLpAPQ/4mg6+m7Kt4rsOtYjVTnrVovivkLSgEEAAAQQQQAABBBBAAAEEEECgTgIcFgEEEKinwDo6+HjlGWUvJVR/VKP/HdATh6drfa5CIYBAFwWYQOwiFLshgECuBG5VbwcoZyjJ+pga/Bz032i5gUIhgECXBdgRAQQQQAABBBBAAAEEEEAAAQSKL5DpEQ5V725SHlF2UUL1ghp9N+KXtTxX+a9CIYBANwWYQOwmGLsjgECuBI5Tb/3XSJO1TNY31HCfcoHySYVCAAEEEECguAKMDAEEEEAAAQQQQAABBBDIt8Am6v4k5QFleyVUlbsR/TVHl4R2oA2BwgukOEAmEFPE5FAIIJBJgcfUK/+CsZ+W/1SSdZAa/LjTjv5iSZspBBBAAAEEEEAAAQSaI8BZEUAAAQQQQACBkgtsrfHfq9ytbKGEqnI34uraeKVCIYBACgJMIKaAyCEQ6IYAuzZP4FKd2n999DMtk7WsGvzM9Ju1XFmhEEAAAQQQQAABBBBAAAEEEOiNAO9FAAEEEOidwE56+zTlNmWYEqr71ei7EQdqeZ1CIYBAigJMIKaIyaEQQCDzAn9RD/dUvqX8TknWdmpoUY5WKAQSArxEAAEEEEAAAQQQQAABBBBAAIHiCzDCJgvspvM/rlyvrKeE6i41bqlsqExUKAQQqIMAE4h1QOWQCCCQeYHb1cPVlB8qoTpTjX70wcZaUggggAACeReg/wgggAACCCCAAAIIIIAAAlkX2EcdfE65WllLCVXlbsRvauMdCoVAXIBXqQowgZgqJwdDAIGcCZyk/q6p3Kkkax01TFYuVj6lUAgggAACCCCAAAINFuB0CCCAAAIIIIAAAoUXOFgjfFkZqwxQQlW5G3GENk5VKAQQaIAAE4gNQOYUVQFWEMiiwFPq1BaK/8rpr1omaz81+LGme2hJIYAAAggggAACCCCAAAIILFiAPRBAAAEEEOhMYGFtPEp5XRmjfEUJVeVuxJHa+LBCIYBAAwWYQGwgNqdCAIFMC/xUveuveKlFrL6gVz9TfqmsqpSwGDICCCCAAAIIIIAAAggggAACCBRfgBEiUFeBxXV0PxHME4dnaX0pJVSXqXEVxX/Q/6SWFAIINEGACcQmoHNKBBDIrMAc9cx3Im6upe9M1CJW39Kr3ynHKxQCCCCQDwF6iQACCCCAAAIIIIAAAggggEBzBfzH+WeqC28oJyufUZI1Tw2+G3F5Lb+vPK9Q3RFgXwRSFmACMWVQDocAAoUQ+LVG4e9GPFHLUJ2qxieUzRQKAQQQQAABBBCoiwAHRQABBBBAAAEEEEAg5wJ+NKknBT1xeLTG4keXahGrt/XKdyMureWhyu8VCgEEMiDABGLjPgTOhAAC+RPwROFX1e1fKcnyBKMnGsdqw2cVCgEEEEAAAQQQQAABBBCwAEEAAQQQQKDsAgME4MeQvqzlwUqo/qZG3424jJbHKH9WKAQQyJAAE4gZ+jDoCgIIZFLg2SiKtlbPvquEfpHxI09btG1vhUIAAQQQQAABBBBAAAEEEEAAgdwK0HEEEOilgP/g/iod4zlltBIqf/+h70b0xOEp2uEfCoUAAhkUYAIxgx8KXUIAgUwK+Jef/urZJUqyPqeGnyp3KKsrFAIIZEWAfiCAAAIIIIAAAggggAACCCCAQL0FvqETTFD8lT+7axmqyt2Injj8kXZ4V0mvOBICCKQuwARi6qQcEAEECizwT41tf2UT5VElWZur4SnFfz2lBYUAAggggAACPRXgfQgggAACCCCAAAIIIJB5gWHq4W3Kb5SdlVBV7kZcQRt/olAIIJATgUZNIOaEg24igAACXRKYrL3WVY5VQnWiGp9RtlIoBBBAAAEEEEAAAQTKJMBYEUAAAQQQQKD4AltoiHcp9yr+6h8t2tXjavHdiKtqOU6hEEAgZwJMIObsA6O7CDRegDN2InCmtvmxprdomazV1PAr5Qrl8wqFAAIIIIAAAggggAACCCCAQIYF6BoCCCCwQIHttMf9yiRlUyVU09TouxHX1vLnCoUAAjkVYAIxpx8c3UYAgcwItKgn/uVpVy3/pCRrTzXMVPZVKAQaK8DZEEAAAQQQQAABBBBAAAEEEECg+AL1H+F3dIoZys3K+kqofDfiNtowRLlBoRBAIOcCTCDm/AOk+wggkBmB8eqJ70YMPct9cW27VLlb+bpCIYAAAggg0KkAGxFAAAEEEEAAAQQQQACBDAjspT74a3qu1dJf56NFu6rcjThcW36pUAgg0A2BLO/KBGKWPx36hgACeRP4tzp8sLKh8rCSrE3U8JhyukIhgAACCCCAAAIIFE+AESGAAAIIIIAAAkUQ2F+DeEG5XPHX9GjRrip3I26lLfcoFAIIFEyACcSCfaAMJ20BjodAjwT8LPj19M4jlf8qyTpWDc8rIxQKAQQQQAABBBBAAAEEEECg6QJ0AAEEECi9wMckcLjyR+UiZSUlVH4Kl+9G3EEbH1QoBBAoqAATiAX9YBkWAghkQuAc9cKPNb1Ry2S5/RY1+sukl9GSSluA4yGAAAIIIIAAAggggAACCCCAQPEFGGFvBRbVAY5TXlf8b1nLahkq3434NW3YVXlUoRBAoOACTCAW/ANmeAgg0HSBWerBTsq3lT8oyfIvXTPVeIBCIYAAAghEUQQCAggggAACCCCAAAIIIIBA3QX66gynKm8opyl+rUW7qtyN+D1t+a1CIZCaAAfKtgATiNn+fOgdAggUR2CChtJPOU9Jlv/S60I1TlEGKhQCCCCAAAIIIJBHAfqMAAIIIIAAAgggkH0B32HoOw19x+Hx6q7/XUqLWP1Hr7yP9z1Q6y8pFAIIlEyACcSSfeDdGy57I4BAygL+5cvPkh+i44aeEb+R2qcrP1L4v89CoBBAAAEEEEAAAQQQQKARApwDAQQQQKAEAv5OQ99N6O849L9P+TsPk8P+lxp8N6K/budIrf9JoRBAoKQC/AN1ST94ho0AAk0VmKazr68cqryrJOsHamhR/GXUWvSgeAsCCCCAAAIIIIAAAggggAACCBRfgBEisGCB1bSLv7/wBS33V0L1phr9PYieODxB639VKAQQKLkAE4gl/x8Aw0cAgaYKjNHZ+yvXKclaUQ03Kt72ZS0pBBAoiQDDRAABBBBAAAEEEEAAAQQQQCAFgXV0jPHKM8peSqgqdyN64vAM7TBXoRokwGkQyLoAE4hZ/4ToHwIIFF3gFQ1wF2VH5UUlWd9Wg+9G9N2KWqUQQAABBBBAIKMCdAsBBBBAAAEEEEAAgSwI+KlXN6sjjyj+Nyct2lXlbkT/0fp52vpfhUIAAQRiAkwgxjhqX7COAAIINFTgJp3NdyOerWWyFlKDf5l7QEt/f6IWFAIIIIAAAggggAACCKQjwFEQQAABBBAohMCmGsUk5X5lOyVUT6vRdyP20/IShUIAAQQ6FGACsUMaNiCAQG4F8tvxD9T1o5RBylQlWUPV8KByruJJRS0oBBBAAAEEEEAAAQQQQAABBEoqwLARQMACW+vHvcpdyhZKqGao0XcjrqHllQqFAAIILFCACcQFErEDAggg0HAB/1I3TGc9UAk9e/4wtc9URioUAoUSYDAIIIAAAggggAACCCCAAAIIINAlgZ201zTlNsX/jqRFu6rcjeg/Vr+u3dYmNnBqBBDIvgATiNn/jOghAgiUV+AiDd2PlPi5lslaTg2/UG5QVlAoBBBAAAEEminAuRFAAAEEEEAAAQQQQKAxArvrNE8o1yvrKaGq3I24oTbeolAIIIBAtwU6mEDs9nF4AwIIIIBAfQRe12H9i+EILZ9XkrWjGlqUIxUKAQQQQAABBBBAAIFuCrA7AggggAACCOREYLT6+ZxylbKmEqrK3Yjf1MY7FQoBBBDosQATiD2m440IZFSAbhVVwL8ArqLBna4k66NqOFt5WPFflmlBIYAAAggggAACCCCAAAIIFFqAwSGAQFkEDtZAX1YuUwYooZqgRt+N6D9An6p1CgEEEOi1ABOIvSbkAAgggEBDBY7X2dZW7lGS5efZ+5fEn2jD/ylUzgToLgIIIIAAAggggAACCCCAAAIIFF+gCyNcWPscpfjJVGO0/IoSKt+NuJY2fFvxH5ZrQSGAAALpCDCBmI4jR0EAAQQaKfC4Trap8n3lH0qyDlTDTGVXhUIAAQQQqL8AZ0AAAQQQQAABBBBAAAEE0hD4jA5ysvKGcpaylBKqyt2I39XGJxUKAQQaI1CqszCBWKqPm8EigEDBBPzLYj+N6UolWV9Uw8+ViUp/hUIAAQQQQAABBBBoJ0ADAggggAACCCCQCQFPFHrC0HccnqQeLa4k6wM1VO5G9B+V+4/H1UQhgAAC9RFgArE+rhy1WQKcF4HyCbypIe+lbKX8VknWtmp4XjlGoRBAAAEEEEAAAQQQQACBYggwCgQQQKAYAn40qScFPXHoR5b60aXJkb2tBk8uLqPlocofFAoBBBCouwATiHUn5gQIIIBAQwQm6SxfU05RQnWGGh9VhiuZLDqFAAIIIIAAAggggAACCCCAAALFF2CErQID9NNPlnpZy4OVUP1Njb4b0ROH/sPwP+s1hQACCDRMgAnEhlFzIgQQQKAhAn5O/ho60x1KstZWwz3KJcqnFQoBBBBIQ4BjIIAAAggggAACCCCAAAIIdE1gLe12tfKcMloJVeVuxKW18YfKPxQKgSwI0IeSCTCBWLIPnOEigEApBJ7WKLdUvqfMWHHQ/AAAEABJREFUVpLl5+S3qPG7CoUAAggggAACpRVg4AgggAACCCCAAAINElhP57leeVzZTQnVLDX6bkTfcXi21t9TKAQQQKBpAkwgNo2+DifmkAgggEBc4HK97K+MU5L1eTVcqfxS+apCIYAAAggggAACCCCAQF4E6CcCCCCAQF4EhqmjtynTlJ2UUD2rRt+NuKKWP1EoBBBAIBMCTCBm4mOgEwggUHaBOo7fz8v3L6Hf1DmeVJL1LTX8VjlBoRBAAAEEEEAAAQQQQAABBBBAoI4CHLo0AltopHcp9ypbK6Hy3Yi7a4P/sDv0x9/aRCGAAALNE2ACsXn2nBkBBBBopIB/afVz9juaKPQz9T3B6InGRvaLcyGQdwH6jwACCCCAAAIIIIAAAggggEBFYDutPKBMUjZVQlW5G3Ftbfy5QuVDgF4iUDoBJhBL95EzYAQQKLnAaRr/qoofXapFrNbQqzsV/9XbElpSCCCAAAIIFFiAoSGAAAIIIIAAAgggkJrALjrSI8rNylAlVJW7EYdo440KhQACCGRaoDgTiJlmpnMIIIBApgSeU2+2UfZQ3lCS9T01tCheakEhgAACCCCAAAIIIJAhAbqCAAIIIIBAdgT2UleeUcYr6yihul2NvhtxuJa/UigEEEAgFwJMIObiY6KTCBRbgNE1TeBqnbm/crGSLN+B6DsRfUei70xMbuc1AggggAACCCCAAAIIIIAAAt0SYGcECiSwv8bygnK5spoSqpvUuL7yLeUehUIAAQRyJcAEYq4+LjqLAAIIpC7wLx3xAMV/BedHbWg1Vv5ORH83or8jMbaBFwhEUQQCAggggAACCCCAAAIIIIAAAmUR+LgGerjyqnKRspISqsrdiDtq44NKEYoxIIBACQWYQCzhh86QEUAAgYCAn8M/UO3HKKE6QY2/VfxXc1pQCCCAAAL5FqD3CCCAAAIIIIAAAggg0EWBxbTf8crryjnKF5VQVe5G3FUbH1MoBBBAIAMCPe8CE4g9t+OdCCCAQBEFztKg+ikTlWR9VQ2/VK5UvqBQCCCAAAIIIIAAAo0W4HwIIIAAAggg0CiBvjrRaYonDk/V8nNKqCp3I35PG3+nUAgggEAhBJhALMTHyCDyLEDfEciggJ/hv736NUrxYzm0iNV39Wqm8n2FQgABBBBAAAEEEEAAAQQQ6IIAuyCAQG4EllVPfaehJw6P0/qiSrL+o4YfK973QC1fUigEEECgUAJMIBbq42QwCCCAQKoC1+po/ZULlGR9Wg2XKP4S8LW1LGMxZgQQQAABBBBAAAEEEEAAAQQQKI6Av9PQdxP+UUPydx1+TEtXbf6lF74bcRktf6D8SaEQQACBQgowgVjIj5VBIYAAAqkJvK0jHaJsqPxGSdZwNTyqnKFQCCCAQE4E6CYCCCCAAAIIIIAAAgggUBX4mtauUPxEpv21DNWbavTdiEtreaLyV4VCAIHMC9DB3ggwgdgbPd6LAAIIlEfgfg11sHKk8r6SrGPU4MeabqslhQACCCCAAAII1EeAoyKAAAIIIIAAAukJrKtD+elLT2u5pxKqV9TouxE9ceg/nv63XlMIIIBAKQSYQCzFx5zdQdIzBBDInYC/A8CPNb0h0PN+apuoXKN8UaEQQAABBBBAAAEEEEAAgVYBfiCAAAIZElhffblZmaF8RwlVixp9N+JyWp6n/E+hEEAAgVIJMIFYqo+bwSKAAAKpCLwcRdHOOtJI5fdKskapwXcjHqglhQACCCCAAAIIIIAAAggggAAC+RUoUs831WAmKX7K0nZahqpyN6L/ePqS0A60IYAAAmURYAKxLJ8040QAAQTSF7heh/Rdh+dqmaz/U8NPlKnKIIVCAIHMCNARBBBAAAEEEEAAAQQQQKBUAttotFOUu5QtlFBV7kZcQxt/plAIFECAISDQOwEmEHvnx7sRQACBsgv4+xCPEIK/H/EBLZO1oRoeVs5WPqpQCCCAAAIIINBTAd6HAAIIIIAAAggg0B0BPz3pN3rDrcpGSqgqdyP6j59/EdqBNgQQQKCsAkwgNvGT59QIIIBAgQT8C/kGGs8hyjtKso5Ug78/YEctKQQQQAABBBBAAAEESiXAYBFAAAEEGiqwu872hDJB+YYSql+r0Xcj+g+fb9E6hQACCCCQEGACMQHCSwQQQKALAuzSscAF2uTvCbhWy2StoIYbFP9F33JaUggggAACCCCAAAIIIIAAAghkWYC+5UtgtLr7nHKVsqYSqsrdiJtr450KhQACCCDQgQATiB3A0IwAAggg0GOBP+qdo5QdlBeUZI1Ug+9GPExLCoEGC3A6BBBAAAEEEEAAAQQQQACBAgn00Vj8NKTfa3mZMkAJVeVuxG218T6FKrwAA0QAgd4KMIHYW0HejwACCCDQkcDN2uC7EX+kZbI+oYZzlQeVoQqFAAIIIIBA5wJsRQABBBBAAAEEEEBgvsAiWj1aeV05X+noSUeVuxG/rX2mKxQCCCCAQBcFmjaB2MX+sRsCCCCAQL4F5qn7/oV+oJZTlGQNUcMDynnKwgqFAAIIIIAAAgggUDABhoMAAggggECKAp/RsU5WPHF4ppZfUEJVuRvxu9r4lEIhgAACCHRTgAnEboKxOwIIRBAg0BOBR/SmjZUDlLeUZB2qhpmK/yJQCwoBBBBAAAEEEEAAAQQQQKDJApwegSwJLKXOnKV44vAkLRdXkvWBGnw34le0/L7if2fQgkIAAQQQ6IkAE4g9UeM9CCCAAAI9FbhYb/RjTa/WMllfVsN1yo3KigqVugAHRAABBBBAAAEEEEAAAQQQQCBXAsurt2MUTxwepWXo6UVvq913Iy6t5WHKH5SSF8NHAAEEei/ABGLvDTkCAggggED3BPxL/x56ywjlOSVZO6ihRfmBQiGAAAIIWIAggAACCCCAAAIIIFAugVU03LHKLOVgJVRz1Oi7ET1xeKzW/6JQCCCAQL4FMtR7JhAz9GHQFQQQQKBkArdpvKsqpynJ8vXpR2qcrmykUAgggAACCCCAQC4F6DQCCCCAAAIIdEtgLe3tpxY9q+U+SqheU6PvRlxGyx8q/1QoBBBAAIGUBfwPtCkfksMhUGgBBocAAukLnKBDfl25S0nWQDVMUS5UFlUoBBBAAAEEEEAAAQQQQKARApwDAQQaK7CeTne98riymxIq3414kDZ8UTlbeU+hEEAAAQTqJMAEYp1gOSwCCCCAQLcEntDe31T2Vf6uJOsANfjLzzv6jwhtXlCxHQEEEEAAAQQQQAABBBBAAAEEMiawsfrjJxRN03InJVSVuxFX1Eb/gbEWnRXbEEAAAQTSEGACMQ1FjoEAAgggkJaAv9+gnw52hZIsP5rEjzG5RRsGKBQCCJRFgHEigAACCCCAAAIIIIBA0QS21IDuViYrWyuhqtyN+FVt/KlCIYBA0QUYX6YEmEDM1MdBZxBAAAEEJDBb2Vvxf0w8o2WyRqjhOeVYhUIAAQQQQACBDAvQNQQQQAABBBBAICGwvV4/oNyubKKE6iE1+m7EtbW8RqEQQAABBJogwARiE9BzfEq6jgACCDRS4A6dbHXlZCVUp6vxMaWj/+DQJgoBBBBAAAEEEEAAAQR6IMBbEEAAgbQFdtEBH1FuUoYqoarcjejtN4Z2oA0BBBBAoHECTCA2zpozIYAAAk0UyPWpT1HvPZE4SctkfV0NfuTJpVourlAIIIAAAggggAACCCCAAAIIlFggc0PfSz3y04XGa7mOEqrK3Yj+A+FfhXagDQEEEECg8QJMIDbenDMigAACCHRfwP+xsZXe5kebvqllsvZVQ4uyp0IhUCwBRoMAAggggAACCCCAAAII5E/gAHX5ReVyZTUlVJW7Eb+ljb77UAsKgRILMHQEMibABGLGPhC6gwACCCDQqcAV2tpfGaska0k1eLv/WrGj/zjRLhQCCCCAAAKNEeAsCCCAAAIIIIBAyQQ+rvEeobyqXKisqISqcjfijtro7zvUgkIAAQQQyJoAE4hd/0TYEwEEEEAgGwJ/Vzd8x+FmWj6hJMt3KvqOxROTG3iNAAIIIIAAAggggEAXBNgFAQQQQKB7Aotp9+OV15UfK19UQvVTNfoPfnfV8jGFQgABBBDIsAATiBn+cOgaAgikJcBxCirg7z70dyD6P1JCQ/R3Jz6lDZsrFAIIIIAAAggggAACCCCAQOEFGGCDBfrqfKcpnjg8VcvPKaGq3I24jzb+TqEQQAABBHIgwARiDj4kuogAAggg0KnA6dq6inKbkqzV1XCH4r9y7Og/ZLSZyqwAHUMAAQQQQAABBBBAAAEEEMiawJfUoXOVN5TjlEWVZP1HDZW7EQ/S+iyFQqBjAbYggEDmBJhAzNxHQocQQAABBHog8LzeM0LZXfFfPmoRq731qkXxXztqQSGAAAII1FuA4yOAAAIIIIAAAggUTmBljehi5RXlMOWjSrL+qQbfjbi0lj9QXlMoBBBAAIEcCnR1AjGHQ6PLCCCAAAIlFPi5xtxfuUhJ1mfVMFb5tbKmQiGAAAIIIIAAAgi0F6AFAQQQQACBpMDX1HCF4j/M3U/LUP1Fjb4bcRktT1TmKBQCCCCAQI4FmEDM8YdH1xHomgB7IVA6gbc04gOVjZUZSrI2U8MTiv8iUgsKAQQQQAABBBBAAAEEECiCAGNAIHWBdXXEa5WnlT2VUFXuRvTE4Rna4d8KhQACCCBQAAEmEAvwITIEBBBAAIGgwBS1DlKOVuYpyTpeDf7y9q21zGbRKwQQQAABBBBAAAEEEEAAAQQaL7CBTjlR8R/lfkfLUFXuRlxOG89X/qdQPRXgfQgggEAGBZhAzOCHQpcQQAABBFIV+JGO1k+5WUnWqmq4TfmZspRCIYAAAqkIcBAEEEAAAQQQQAABBHIo4Cf23KF+36dsq4Sqcjeivz7k0tAOtCGAAAJlEijyWJlALPKny9gQQAABBCoCL2plB2UX5Y9KsvZQw0ylo+9y0CYKAQQQQAABBEogwBARQAABBBAoo8A2GrSf4vNrLTdXQjVdjb4bcQ0t/Ue4WlAIIIAAAkUWYAKxyJ8uY4uiCAQEEEAgJnCdXvmvJMdomaxPqeFiZbKyjkIhgAACCCCAAAIIIIBAbgToKAII9EBgZ73nN8qtykZKqCp3I35DG3+hUAgggAACJRFgArEkHzTDRAABBHInUL8Ov6NDH6r4Ox2maZmsjdXwiHKmQiGAAAIIIIAAAggggAACCCBQNAE/hedJDWqC4olBLdpV5W5ETyx6grHdDqk1cCAEEEAAgUwKMIGYyY+FTiGAAAIINEDgAZ1jiHKE8h8lWUeroUXZTqEQQKAbAuyKAAIIIIAAAggggAACmRTYV716XvEjSP0oUq22K08WetLQjzL1JGK7HWhAAAEEKgIsiy3ABGKxP19GhwACCCCwYIFztYsfa3q9lslaWQ03K+OVZRUKAQQQQACBIgswNgQQQAABBBAonkAfDekQ5ffKpYr/+1eLdlW5G3FbbSWhs+0AABAASURBVPFjS7WgEEAAAQTKLMAEYqE/fQaHAAIIINBFAf+H1Ejt6+9/eFnLZO2ihpnKwQqFAAIIIIAAAggggEDGBOgOAggg0E5gEbX4yTqva3m+spwSKt+NuKY2fFuZrlAIIIAAAgi0CjCB2MrADwQQQCBjAnSnWQI36MT9lHOUZH1SDWMU/yXmelpSCCCAAAIIIIAAAggggAACCPROIP13f1aHPFl5QzlT+YISqsrdiHtq41MKhQACCCCAQEyACcQYBy8QQAABBBCI/iuDIxVPEt6vZbI2UMM05cfKxxQKgZgALxBAAAEEEEAAAQQQQACBJggsrXP+SPEdhydp+WklWf9TQ+VuxP203qJQCCDQQwHehkDRBZhALPonzPgQQAABBHoq8LDeuKHix5a+rWWyjlCD/2NrJy0pBBBAAIH8CzACBBBAAAEEEEAgjwLLq9MXKK8pP1AWUpL1bzX4bsRltDxMeUWhEEAAAQQQ6FSgwBOInY6bjQgggAACCHRV4Cfasb8yXkmW/0PtejVOUL6iUAgggAACCCCAAAINF+CECCCAQCkFVtGoxyqzlIOUUM1R44mKJw6P1fIvCoUAAggggECXBJhA7BITOyGAQEMFOBkC2RN4VV3aVdle8V2HWsRqZ71y++FaUggggAACCCCAAAIIIIAAAl0RYJ+eCHxdb7paeVbZRwlV5W5EP9b0VO3wT4VCAAEEEECgWwJMIHaLi50RQAABBEouMFHj992IZ2mZrI+r4RzlIWV9pZTFoBFAAAEEEEAAAQQQQAABBOoiMFhHvUF5TNlNCVXlbsQvauOPlf8oFAJ1EeCgCCBQfAEmEIv/GTNCBBBAAIH0BY7RIddV7lWS5f+ou1+N5yuLKBQCCCCQBwH6iAACCCCAAAIIIJBNgY3VrV8q/mPVHbUM1e/U6LsRV9TyQoVCAAEEEECgI4EutzOB2GUqdkQAAQQQQCAm8KheDVf2V/6lJOsQNcxUvqNQCCCAAAIIIIBAnQQ4LAIIIIBAQQW21LjuViYr31JCVbkbcTVt/KlCIYAAAgggkJoAE4ipUXIgBFIS4DAIIJA3gUvUYT/W9Cotk/UlNVyr3KSspFAIIIAAAggggAACCCCAQJsAPxEIC2yv5geU25VNlFBV7kZcRxuvUSgEEEAAAQRSF2ACMXVSDogAAgggUEKBNzTm7yrbKM8qyfJ/ALao8SiFQgABBBBAAAEEEEAAAQQQQCApMEoNftKN/wB1qNZDVbkb0du9X2gf2hogwCkQQACBMggwgViGT5kxIoAAAgg0SsDfS/FVnew0JVl91HCWMkMZplAIIJAdAXqCAAIIIIAAAggggECzBPbWiX+r+E7CtbUMVeVuRN+R6PXQPrQhgAACCCxYgD26IcAEYjew2BUBBBBAAIEuCpyg/dZS7lKSta4a7lUuUhZTKAQQQAABBBDosQBvRAABBBBAILcCB6jnLyr+7kL/IapW29WNavHdhv4ORN99qJcUAggggAACjRFgArExzpylqwLshwACCBRH4EkN5ZvKaOVvSrL2V8NMZXeFQgABBBBAAAEEEECgXAKMFoFyCnxCwz5CeVW5UFlRCVXlbsSdtNHfd6gFhQACCCCAQGMFmEBsrDdnQwABBAorwMA6FBinLf2Uy5VkLa2Gq5RblVUUCgEEEEAAAQQQQAABBBBAoHgCn9KQ/KSa17X8sfJFJVSVuxF308bHlUwWnUIAAQQQKIcAE4jl+JwZJQIIIIBAcwX+qtN/T9lCeVpJ1jZqeFY5TqEQaLQA50MAAQQQQAABBBBAAIH6CCypw56ueOLwh1ouoYSqcjfiPtro/zbUgkIAAQRSF+CACHRLgAnEbnGxMwIIIIAAAr0SuFPvXkM5SQnVaWr0X5luqiWFAAIIIIDAAgTYjAACCCCAAAIZFfiS+nWu4onDY7X8PyVZ76mhcjfiQVqfpVAIIIAAAghkRoAJxMx8FFEU0RcEEEAAgbII+C9Pv6bB3q4kay013KVcpnxGoRBAAAEEEEAAAQSKJsB4EECgqAIra2AXK68ohykfVZL1TzX4vwmX0fIHymsKhQACCCCAQOYEmEDM3EdChxBAII8C9BmBHgj8Vu/5lrKX8hclWaPV0KJ4uxYUAggggAACCCCAAAIIIIBAswU6OP/qar9S8X/D7adlqPzffb4bcWlt9FNp5mhJIYAAAgggkFkBJhAz+9HQMQQQQACBkgj4PzL7a6y+41CLWPXVq8uVSYrvWNSCSlmAwyGAAAIIIIAAAggggAACPRUYqDdepzylfFcJVeVuRE8cnqkd3lYoBBBovABnRACBbgowgdhNMHZHAAEEEECgDgL/0DG/r/i7D/0diFqN1RZ69bRyskIhgAACCLQK8AMBBBBAAAEEEGiawAY680RluvJtJVQz1ei7EZfT8nzlA4VCAAEEEEAgNwLZmUDMDRkdRQABBBBAoG4C9+jIayvHKaHyY248kegJxdB22hBAAAEEEEAAgewL0EMEEEAgvwKbqet3KPcp2yqhqtyNOEAbL1UoBBBAAAEEcinABGIuPzY6jUC2BOgNAgikLnCGjriKcquSLD/K1I809aNN/YjT5HZeI4AAAggggAACCCCAAAJ1ESjxQUdo7FOUXyubK6Gq3I24pjZepVAIIIAAAgjkWoAJxFx/fHQeAQQQQKDAAs9rbP6L1t21fE1J1l5q8Bf0j9ayp8X7EEAAAQQQQAABBBBAAAEEOhYYqU0PK7coGymhqtyN+A1tnKBQCGRRgD4hgAAC3RZgArHbZLwBAQQQQACBhgr8XGfrr1yoJOszarhMuUtZS6EQQKA0AgwUAQQQQAABBBBAoI4Ce+jYTyq/UAYpobpTjb4b0ROLoafHaDOFAAIIIIBAbwWa934mEJtnz5kRQAABBBDoqsBc7XiQMkzxY3G0iNWmevW4cppCIYAAAggggECWBegbAggggECWBfZV5/w0mJ9puYYSqsrdiFtoox9pqgWFAAIIIIBA8QSYQCzeZ8qIGizA6RBAAIEGCkzVufxYnKO0/EBJ1nFqeFbZRqEaL7CCTrmDcqLiO0fv19KPmf2rlu8q/swcr7vN27yP9/V7/F4fQ7tSCCCAAAIIIIAAAlkToD+FFfC/jx6q0f1euVTxE2C0aFeVuxG30xY/tlQLCgEEEEAAgeIK+AJZ3NExMgQQQAABBDoWyPOWs9X5fspNSrJWUYMfn3OVlksrVP0EltWh91GuV15XXlJuVE5RdlXWV1ZWllAWUvp8GK+7zdu8j/f1e/xeH8PH8jF9bJ9Db6MQQAABBBBAAAEEEEAgZYFP6njHKP79+zwtl1NCVbkb8TvaOEOh8idAjxFAAAEEeiDABGIP0HgLAggggAACGRDwRNOO6of/I/YVLZO1uxpmKvsrVHoC/t7JA3Q43zn4Ry3HKjspSylplY/lY/rYPofP5XP63GmdI+fHofsIIIAAAggggAACCPRY4LN6p/+AzxOHZ2j980qoKncj7qmNTysUAggggEDDBThhMwWYQGymPudGAAEEEECg9wJ+jI4fsXN+4FCLqe0i5V5lXYXqucA6euvlyhzlQsV3DmrRkPK5fE6f231wXxpyYk6CAAIIpC7AARFAAAEEEGiegJ/Q8iOd3hOH/gqBT2s9Wf9TQ+VuxP207q8d0IJCAAEEEECgfAJMIJbvM091xBwMAQQQQCATAv5OvcPUE080PaRlsoapwY/aOUtLP0ZTC6qLAoO13y3KI8peSod+iy66aLTRRhtFhxxySHTZZZdFd999d/Tss89Gb775ZvTOO+9EH3zwQWu87jZv8z7e1+/xe30MnaOj8rndB/fFfRrS0Y60I4AAAggggAACaQtwPARyLLCC+n6B8pryA8VfKaBFrP6tV74b0ZOMh2s99JQXNVMIIIAAAgiUR4AJxPJ81owUAQQQqBVgvZgCD2pYQxX/B+97WibrKDX4L2i315LqXMD/yHCNdvGE7AgtgzV48ODotNNOi6ZPnx699dZb0ZQpU6Lzzz8/Gj16dLTJJptEq6yyStS3b99o4YUXjvr06dMar7vN27yP9/V7/F4fw8fyMX3s4EnbGkdo4c/bfXRf9ZJCAAEEEEAAAQQQQACBGoFVtT5O8dc/HKRlqPyUD9+N6InD47TDm0rRivEggAACCCDQIwEmEHvExpsQQAABBBDItIAfuePHmk4I9HIltd2kXKt8SaHaCxytpheVUUq76tevX+uk4UsvvRQ99NBD0XHHHRcNHDiw3X49bfCxfEwf2+fwZKLPOf94sTX30X11n2MbeIEAAggggAACCCCAQEkFvq5x/1z5nfI9JVR/UqPvRvTE4ala/5dCIYAAAhkToDsINFeACcTm+nN2BBBAAAEE6iXwBx3428pOyiwlWd9Rw0zlEKUZdaZO+nElS7WGOnO/4r710TJWfsTozTffHM2cObN10nCFFep/45/P4clEn9Pndh9inWp74b66z/frpcegBYUAApkUoFMIIIAAAgggUE8Bf/3ADTrBY8quSqh8N+KB2rCs8mPlPwqFAAIIIIAAAgEBJhADKF1tYj8EEEAAAQRyIHCj+thP8X8caxGrRfTqfMUTT/6Pba02rL6hM/mRqlpkovZRL55Q/D2SWswvP0r09ttvb3086XbbbTd/Q4PXfG4/5tR9cZ8Cp3ffPQaPJbCZJgQQQAABBBDoqQDvQwCBTAtsrN79UvHXD+yoZagqdyP6iSwXhXagDQEEEEAAAQTiAkwgxj14hQAC5RBglAiUTeB/GrAfz+NJu/u0nixPPPk/ts/Rhk8ojaildJLjFf/lrxZNrTE6+1jFd/Jp0VZLLLFENHbs2NbHlG655ZZtjRn46b748abum/uY6JLH4LF4TIlNvEQAAQQQQAABBBBAoFACW2k09yiTlW8poarcjbiaNl6uUAgggAACCCDQRQEmELsIxW4IIIAAAggUQGC6xrCRcpDybyVZh6vBjzXdWct61xd0goUUT3Zp0dVKdT8/QvUWHfFgJVajRo2Knn/++WiffbJ7M5/75j66r7HOt73wmDw2j7GthZ8IIIAAAggggAACCBRDYAcN40HlV8pwJVT+A0nfjbiONo5XKAQQyJ0AHUYAgWYLMIHY7E+A8yOAAAIIINB4gQt1yv7KNUqyvqKGCcr1yvJKPcqTWp/68MCba9mM54J+Vuf1XyqP0DJWvrPvmmuuifr27Rtrz+IL99F9dZ8D/fPYPEaPNbCZJgQaLMDpEEAAAQQQQACB3gmM0tsfVfw1DUO0DJXvSPTdiEO18SaFQgABBBBAAIEeCvR4ArGH5+NtCCCAAAIIIJANgT+pG7spnrzzXYdajdVOetWiHKGkXcnHll6sE/j7GLVoSHlCbZLO5Ee3atFW/fr1i6ZPn57puw7betr+p+9GdN89hsRWj9Fj9ZgTm3iJAAIIIIBA1wTYCwEEEGiywN46/28V/wHk2lqGqnI34qbaeLtCIYAAAggfMGF5AAAQAElEQVQggEAvBZhA7CUgb0cghwJ0GQEEEKgV8GMuB6jhTCVZH1PDj5VpygZKWrVk4kB+nOkpibZ6vfTdjx7zoNoTDBs2LHrwwQejgQMH1jbnat199xg8lkTHPVaP2WNPbOIlAggggAACCCCAQIEF8j60AzWAl5SfKl9VQlW5G3FrbbxXoRBAAAEEEEAgJQEmEFOC5DAIIIAAAgjUX6CuZzhWR/f3g/iRl1qN1Xp6dZ8yRvmk0ttaOnCAw9TWT6l33aAT+K48Ldpqm222iSZPnpyLR5a29bjjn36kqcfiMSX28pg99kQzLxFAAAEEEEAAAQQQyJTAJ9SbIxU/MeUnWq6ghKpyN6KfnOI/eAztQxsCORag6wgggEDzBZhAbP5nQA8QQAABBBDIisBj6sgmyn7KP5VkHayGmcouSm9qqcCbP6q2K5V6lidA/b2A1XN4ou3WW2+N+vTpU23L+0qfPn0ij8ljS4zFY7dBopmXDRHgJAgggAACCCCAAAKdCXxKG09QXlfOVpZRQjVOjb4b0V/H8LjWKQQQQAABBLIlUKDeMIFYoA+ToSCAAAIIIJCSwKU6Tn/lZ0qy/P2F49V4s7Ky0pPyI0tD7/Odjt8NbUihbR8dwxOgWrSVH/V5yy1+smfb66L99Ng8xsS4bGCLRDMvEUAAAQQ6EqAdAQQQQKCuAv56g9N1Bk8c/lDLJZRQVe5GHK2NzyoUAggggAACCNRZgAnEOgNz+MwJ0CEEEEAAga4J/Fm77an4u0R+p2WytlNDi3K00t3qaALRxzlPPxZX0qw1dLDLlGr169cvmjBhQqHuPKwO7sOVPn36tI7RY/2wqbKwhU0qr1kigAACCCCAAAJFFGBM2Rb4srrn3/3f0NJfp/B/WibrPTVU7kb0H8K9rNcUAggggAACCDRIgAnEBkFzGgQQQACB3grw/iYJ/ErnXU05VQnVmWp8RNlY6WqFHmFaea8nD39ceZHS8gIdJ/aM0quvvroQ33mocXVa/k5EjzWxky1skmjmJQIIIIAAAggggAACdRfw955forP8QTlUCf3bpL9OwXcj+rvTj9I+vjtRC6o8AowUAQQQQCALAqGLdBb6RR8QQAABBBBAIFsCJ6o7ayq/VpK1jhomKxcr/u4SLTqtz3e6NYr21vZBShrlOyTXrz3Q2LFjo4EDB9Y2FXrdY/WYE4O0iW0SzXV6yWERQAABBBBAAAEEyi6wugCuVGYq31dC5aeg+G5ETxyepB3+plAIIIAAAnkSoK+FEmACsVAfJ4NBAAEEEECgrgJP6eibK/4OvTlaJms/NfgfBPbQsrPq7A7EyvvGVVZ6sVxB7z1DqdaoUaOiffZx96tNpVjxmD32xGBtY6NEMy8RQACB+QKsIYAAAggg0EsB/+XedTqG/1viu1qGqnI34jLa6CecvK0lhQACCCCAAAJNFmACsckfQINPz+kQQAABBBBIQ+CnOogfPeSlVmPlycGfqeU2ZVUlVP6HgVB7bZsfm+pHGtW2dXf9ZL3Bj+vUIoqWWGKJ6Lzz/DUrrS9L98Njt0HNwG1jo5omVhFAAAEEEECgIAIMA4FmC2yoDkxUpivfVkLlPz703Yhf0cYxygcKhQACCCCAAAIZEWACMSMfBN1AAAEEOhdgKwKZE/AdiL6Vz3ck+q+Jkx3cWg2/U45Xaqtv7YsFrJ+i7V9QelJD9KZRSrXOOOOMUnzvYXXAiRV/H6INEs02Gpxo4yUCCCCAAAIIIIAAAj0V+KbeeKcyVdlWCZX/+8F3Iw7QxssUKibACwQQQAABBLIhwARiNj4HeoEAAggggEBeBfydiP5uRH9HYmgMp6rxCWUzxeU7FL3sShbTTj9RelKH175p8ODBzXt0aW1HmrzuR5naItGNIxKveYkAAggggAACCCCAQHcFRugNnjT05KEnEfWyXT2sFt+N6P9+uErrFAIIIFAsAUaDQMEEmEAs2AfKcBBAAAEEEGiSgCcK/djRXwXO738g8ETjWG1bSelO7aidN1K6U+toZ/8DhhZtdcwxx7St8DMKWNjKZugggEBCgJcIIIAAAgggsECBkdrDE4O3aOnHlmrRrjyx6N8519OWCQqFAAIIIIAAAjkQKNMEYg4+DrqIAAIIIIBArgX8yFI/unRPjeLPSrL8yFN/P2KyfUGvL9cOCyldrdG1O2600UbRlltuWdtU6nVb2CSBEDNLbOMlAggggAACeROgvwggUH8BP4L0SZ3mF8ogJVSVuxGHaeNtCoUAAggggAACORJgAjFHHxZdRaC8AowcAQRyJuBJwv7q86VKsvxY0mTbgl4vrx2OVrpSn9FOnsDUoq0OOOCAthV+VgUCJjazXXUfVhBAAAEEEEAAAQQQCAh8X20zlSuVNZRQVe5G3EIb71K6UeyKAAIIIIAAAlkRYAIxK58E/UAAAQQQQKBYAv/UcPaLomgTLR9Telsn6wArKAuqXbRDH6W1+vXrF2233Xat6/yYL2AT28xviWxmu5omVhFAAAEEEEAAAQQQaBXwvx8eqrU/KJco/ZRQVe5G9C/g94d2oA0BBAoswNAQQKBwAv4FoHCDYkAIIIAAAgggkBmByeqJv1/vXi17W5d14QD+zsTqbrvuumt1nZW4QMAmZhffm1dlFGDMCCCAAAIIIFB6gU9K4BjldeU85ctKqCp3I35HG2coFAIIIIAAAgjkSKCjrjKB2JEM7QgggAACCCCQhsAQHaRF2VjpbQ3XAXZSOqpltWF9pVojR46srrMSFwjY2M6G8R15hQACCCCQNwH6iwAC+RLwJJ0n3rLU6yXUmVMUTxyeoeXnlVBV7kbcSxufVigEEEAAAQQQKJAAE4gF+jAZSlEFGBcCCCCQS4HF1Wt/F+KDWq6spFUX6EAdfY/i5tpWrcGDB0crrNCVp55W31KqFdvYKDHomGFiGy8RQAABBBBAAAEE0he4WodcSYmiqOk/l1EPzlY8cXiilp9WkvU/NVTuRtxf6y8oFAIIIIAAAggUUIAJxAJ+qAwJAQQQQCAjAuXtxu4a+ovKHkra9QUd8FQlVLG7HDffnLmwEFJtW8AoZli7L+sIIIAAAggggAACqQvspyPuoPxXaWb5r+5+og78STlS+YSSrLlq8N2IS2t5uPJHhUIAgYoASwQQQKCAAkwgFvBDZUgIIIAAAgg0ScD/8DBN575K+ZxSrzpAB15NSdbQ2obhw/3E09oW1pMCAaOYYXL/Mr1mrAgggAACCCCAQJ0Fvq7jj1FcvqvPy0ZnVZ1wnPKScqASqr+q8QTFdycep+WbCoUAAggggEBhBBhIxwJMIHZswxYEEEAAAQQQ6JqA/0L5ZO36rLKeUu/6qE5wpdJHqZQnL5eqvFh00UWjgQMHVl6y7EDARraq2WxDW9Y0sYoAAgjkSoDOIoAAAnkQ8HcM3qaOflxxNXoCcW2d9OfK75TvKaGq3I3oOw5P0w7/UigEEEAAAQQQKJEAE4gl+rDzOVR6jQACCCCQcYEN1T//w8NJWi6kNKr8jx5715xszZr1aJ111ql9yXonAgGrmGUnb2UTAggggAACCCCQokBpDuU/grtJo/UdfVq0VqMeYTpEZ7tReVTZVQlV5W7EZbXxHOV9hUIAAQQQQACBEgowgVjCD50hI4AAAg0R4CRFF/BfTftRpVM10JWUZtTZOmlfxbWKf1Sy+uqrV1ZZLkAgYBWzXMDb2YwAAggggAACCCDQPQH/4Z3/CK/2XfW+A9HP9v+VTvig4u9c1KJd+Y8CfTeif7e/qN1WGhDoTIBtCCCAAAKFFGACsZAfK4NCAAEEEECgrgL+a+UXdIbdlWbW4jq5JxG1iFb0j0r69+9fWWW5AIGA1YoLeAubEUAAAQQQQAABBHomsJne5glELWJVrzsQt9JZ7vkwXtdqu6rcjbiatlyuUAgggAACJRJgqAh0JsAEYmc6bEMAAQQQQACBWoGV9eI+xd+X8lkts1B7qBODlS8r1Vp++eWr66x0LhCwill2/m62IoBAxgToDgIIIIBAdgX8yNIJHXQv7TsQfZeh7zb0XYe++zB0Wm/3futq43iFQgABBBBAAAEEYgJMIMY4svaC/iCAAAIIIJApgRXUm18oJytjlduUGcorSjNrnE7+BaVayyzjf5+pvmSlE4GAVcyyk7eyCQEEEEAAAQRSE+BABRf4uMbn3539BA2ttqu0JhD9pJDHdHR/z6G/71Cr7cp3JPpuxPW15WaFQgABBBBAAAEEggJMIAZZaEQAAQR6KcDbESimwJ0alicOT9FyX2WEMkhZTumjfEYZoAxTvqMcpvgRo75j8W6tP6PMVtIuf2ffF2sP2rdv5asRa1tZDwkErPz9lqFdaUMAAQQQQAABBBDomcBP9LavKx1VbycQ/d2F/g5D/97d0XkqdyNuqk5MUqi0BDgOAggggAACBRVgArGgHyzDQgABBBBAoAkC/9A5ZypTFd+peL6WRyn+rkR/38vqWl9S8WSjbxH0P25sodd7KccpFyk3KQ8pLylzla7WJ2t3XGyxxWpfdmu9bDsHrBYtmwHjRQABBBBAAAEE6iiwi47tP77TosN6v8MtnW84UJv9e7OfyLGq1kN1gxp9N+LWWt6rUAgggAACHwqwQACBzgWYQOzch60IIIAAAgggUB+B13XYJxTf1Xillmco/geQHbUcqqykeBbw/7RcUfE/enib9zlNr69Q/JfT07V8QYnVQgstFHvNi44FAlaf6HhvtiCQaQE6hwACCCCAQNYE/HSOrny/YHfuQPTvakdqoH9SfGejv2ZAq+2qcjfiztoyTaEQQAABBBBAAIFuCWR4ArFb42BnBBBAAAEEECimwNsa1izF/+jhuxN9l+IJer234u9u+YaW/ZR5CoUAAggggAACuRSg0wgUUsBPdfhlF0f2QRf2+7T2OVHxH+L5awL8RA+9bFeVuxH9FBD/wV67HWhAAAEEEEAAAQS6IsAEYleU2AcBBLonwN4IIIBA4wX+U3vK9957r/Yl650IBKxilp28lU0IIIAAAggggAACHQtcp01+koYWC6zO7kD8vN7tp3V44tDfRd7R91VX7kYcrf2fUxpTnAUBBBBAAAEECivABGJhP1oGhgACCCCAQPcFcvyOubV9f+utt2pfst6JQMAqZtnJW9mEAAIIIIAAAgggEBY4Qs3fUrpa/w3s+GW1nad44vAYLT+pJOtdNVTuRjxY6y8rFAIIINAlAXZCAAEEFiTABOKChNiOAAIIIIAAAnkQmFPbydmzZ9e+ZL0TgYBVzLKTt7IpWwL0BgEEEEAAAQSyIeBH7J/Zza7U3oHox/Nfovf/QTlUCf3b3T/U7rsR/RjTo7TuSUYtKAQQQAABBBAogUDDhhj6JaRhJ+dECCCAAAIIIIBASgJ/rj3Oa6+9VvuS9U4EAlYxy07eyiYEEEAAgVQEOAgCCBRIwI8bvUXj+ZjSnfIE4hp6w5XKTOX7Sqj8e5rvRlxaG09W/qZQs0ByrQAAEABJREFUCCCAAAIIIIBAXQSYQKwLKwcttQCDRwABBBBohsArtSd9+WWe3lTr0dl6wCpm2dl72YYAAggggAACCJRaID54Txp68tCTiPEtC351pHZ5UvmuEqrK3YieODxLO7yjUAgggAACCCCAQF0FmECsKy8HRwABBBDIkwB9zbXAS7W9nznTf7hd28J6RwIBq5hlR++jHQEEEEAAAQQQqIPACjrmDsqJys+V+5UW5a+Kv+/vAy0dr7vN27yP9/V7/F4fQ7s1vPzYUj++tCcn3rCDNz2vdt+N+BUtxyjzFAoBBFIQ4BAIIJArAV/bfY33td7XfF/7/TuAfxfw7wT+3cDxutu8zft4X7/H7/UxcjXoLHSWCcQsfAr0AQEEEEAAAQR6K/Bc7QGefvrp2pesdyIQsIpZdvLWLG2iLwgggAACCCCQT4Fl1e19lOsVf4+f/5DpRq37+/121XJ9ZWVlCWUhpc+H8brbvM37eF+/x+/1MXwsH9PH9jn0trrW1jr6EUpa5bsR99DBVlEuUygEEEAAAQTKJOBrt6/hvpb7mu5ru6/xvtb7mu9rv38H8O8C/p0gq78f5P4zYwIx9x8hA0AAAQQQQAABCfgfWbRoq0cffbRthZ8LFAhYxSwXeAB2QAABBHolwJsRQKCEAp/RmA9QfGfAH7Ucq+ykLKWkVT6Wj+lj+xw+l8/pc6d1jspxltfKeCWNelgHGamspVytUAgggAACCJRFwNdoX6t9zfa129dwX8t9TU/LwMfyMX1sn8Pn8jl97rTOUajjMIFYqI8zA4OhCwgggAACCDRHYJZO+4bSWnPnzo1mzJjRus6PjgVsZKuaPWxoy5omVhFAAAEEEEAAgYBA95vW0VsuV+YoFyq+e0CLhpTP5XP63O6D+5LWiW/TgRZT0qjf6yC/VCgEEEAAAQTKIuBrsq/Nvkb7Wu1rdqPG7nP5nD63++C+NOrcuTgPE4i5+JjoJAIIIFB/Ac6AQAEEHqwdw+TJk2tfsh4QCBjFDANvoQkBBBBAAAEEEOiuwGC94RblEWUvxY8Z06J9LbrootFGG20UHXLIIdFll10W3X333dGzzz4bvfnmm9E777wTffDBB63xutu8zft4X7/H7/Ux2h+52uJzuw/ui/s0pLqlZyvX6G1fVdKq7+hAjyv+zkMtKATqI8BREUAAgQwIFPn3gwzwptMFJhDTceQoCCCAAAIIINB8gXtru3DnnXfWvizyeo/HFjCKGfb4wLwRAQQQQAABBBCIohWE4Am2h7QcoQRr8ODB0WmnnRZNnz49euutt6IpU6ZE559/fjR69Ohok002iVZZZZWob9++0cILLxz16dOnNV53m7d5H+/r9/i9PoaP5WP62MGTtjWO0MJ/POU+uq962a0arb1HKWnXAB3wacXfq6gFhQACCCCAQFWgCCu+5vraW9TfD4rwGVXHwARilYIVBBBAAAEEEMi5QGzGcNq0adGsWTyNs6PP1DY2SmyPGSa28RIBBFIX4IAIIIBAYQWO1sheVIITbP369WudNHzppZeihx56KDruuOOigQMHavd0ysfyMX1sn8OTiT5nB0d3H91X97mDXdo1f10tfuSZFnUpPxL1Nh35bOWjCoUAAggggEARBHyt9TXX19524/G12tdsX7t9Dfe13Nf0djv2sMHH8jF9bJ/D5/I5Ozic++i+us8d7FL8ZiYQ0/yMORYCCCCAAAIINFPgVZ38AaVaEyZMqK6zEhcI2NjOhvEdeYUAAggggAAC7QVo6UhgDW24XzlT6aPEyo8Yvfnmm6OZM2e2ThqusIJvQojtkvoLn8P/WOhz+tzuQ+Ak7qv7fL+2eQxadFiLa4sn9z6uZb3rSJ3Av6P11ZJCAAEEEEAgrwK+tvoa62utr7mxcfja7Gu0r9W+ZvvaHduhDi98Dp/L5/S53YfAadxX99l99xgCuxS7iQnEYn++jA4BBLoowG4IIFAYgRtrR3LNNX4qRm0L6xWBgE3MrrIfSwQQQAABBBBAoIsC+2i/J5T1lVj5UaK333576+NJt9tuu9i2Rr7wuf2YU/fFfQqc2333GDyWwObI/5B4vTYsozSq1tOJnlHWVagUBDgEAggggEBDBXxN9bXV19jYiX0t9jXZ12Zfo2MbG/jC53Yf3Bf3KXBq991j8FgCm4vbxARicT9bRoYAAggggEAZBJJjvFYN85TWamlpiSZOnNi6zo/5AjaxzfyWyGa2q2liFQEEEEAAAQQQ6LLAGO05VvEEmxZttcQSS0Rjx45tfUzplltu2daYgZ/uix9f5r65j4kueQwei8eU2BSdoIZNlUbXF3TCGcrBCoUAAgiUVYBx50/A11JfU31trfbe115fg30t9jW5uqHJK+6L++S+uY+J7ngMHovHlNhU3JdMIBb3s2VkCCCAAAIIlFHg7xr0lUq1Lrroouo6K20CAROb2a5tB34i0BABToIAAgggUAABP8bzFo2j3cTWqFGjoueffz7aZ5/s/rG+++Y+uq8aQ7I8Jo/NY/S24fpxitLM8j9a3qAO/J9CIYAAAgggkFUBXzt9DfW1NNZHX3N97fU1OLYhQy/cN/fRfQ10y2Py2DzGwOZiNaU3gVgsF0aDAAIIIIAAAvkV8F+EVXs/derUaNKkSdXXZV+xhU0SDjGzxDZeIoAAAgggEBfgFQJtAp/VYrIyQomV/3Lfj0vv2zf7X93nPrqv7nNsEG0vPDaPsb9e/kLJQu2oTjym9FMoBBBAAAEEsiZQpt8PPNas+afaHyYQU+XkYAjkU4BeI4AAAgUTeFTjuVWp1plnnlldL/tKwMJWNis7DeNHAAEEEEAAga4L+B/M/Bda/k6g6rv69esXTZ8+PdN3HVY7m1jx3Qbuu8eQ2OQx+vGhn0u0N/OlJzQ9ibhDdzvB/ggggAACCNRRoGy/H/h3IY+5jqTNPTQTiM315+wIIIAAAgj0RoD3dixwTu2madOmRePGjattKuW6DWyRGPy5ide8RAABBBBAAAEEOhPwI7v86K5BtTsNGzYsevDBB6OBAwfWNudq3X33GDyWRMc/pdf/Ujxp96SWzyjPKjOVF5WXlVeUPylvKG8qf1P+qcxV3lHSrkV1wBuV8xUKAQSKL8AIEci6QBl/P/DvQv6dyGPP+ufTo/4xgdgjNt6EAAIIIIAAAhkXmKb+jVeqdeyxx0azZ8+uvi7bisdug8S4bfRQoo2XDRHgJAgggAACCORWwN/B57vyqgPYZpttosmTJ0d+HGi1MacrHoPH4jElhuBJRE8QrqX21ZWvKgOUlZUVlOWUZZWllc8rSyiLK4spn1T6BOJ2b/d+3n9J7eP3+zg+no/r4/s8Pp/P6/Ovo/2+oQxR/A+XWbo7Ul2iEEAAAQRKKFDW3w/8O5HH3slHnt9NTCDm97Oj5wgggAACCCDQucDJ2jxPaa05c+ZEhx12WOt6GX947DaoGbttbFTTxCoCCCCAwAIF2AGBcguM0fD9vYBatJUn2m699daoTx/Pj7W15f1nnz59Io/JY0uMxWO3QaK5xy99Z6LvUPSdir5j0X/t5jsYPVHpOxp9Z6PvcPSdjr7j0Xc++g5I3wk5XWf1H809oOVfFQoBBBBAAIFmCfja6Gtk9fy+hvpa2qcPvx9UUXK4wgRiDj80upyuAEdDAAEEECiswCyN7FilWuPHjy/lo0z96FKPvQrRtmIbG7W94icCCCCAAAIIINC5wD7afLBSLT/q85ZbfANctSnTK93tnMfmMSbeZwNbJJp5iQACCCCAQCkFfE30tbE6eF87fQ2tNhRsxWPzGBPDsoEtEs35fskEYr4/P3qPAAIIlFmAsSPQFYGztJP/KluLtho9enQ0Y8aMthcl+OmxesyJodrENolmXiKAAAIIIIAAAkGBNdR6mVKtfv36RRMmTCjUnYfVwX240qdPn9YxeqwfNlUWtrBJ5TVLBBCorwBHRwCBbAr4WuhrYrV3vmby+0GVI/crTCDm/iNkAAgggAACCCCwAAH/FZgf11ndbffddy/F9yH6ew891urA21ZsYZO2V035yUkRQAABBBBAIGcCF6i/sWeQXX311YX4zkONq9PydyJ6rImdbGGTRDMvEUAAAQQQKJWAr4W+JlYH7Wumr53VhqiYax6jx5oYnS1skmjO70smEPP72dFzBBBAAAEEEOiawFPabV+lWi0tLdHIkSOjefM8l1ZtLtSKx+YxeqyJgdnCJolmXiKAAAJdEGAXBBAoo8DRGvT6SrXGjh0bDRw4sPq66Cseq8ecGKdNbJNo5iUCCCCAAAKlEPA10NfC6mB9rfQ1s9pQ8BWP1WNODNMmtkk05/MlE4j5/NxS6zUHQgABBBBAoCQC4zTO2F+BTZkyJdp2223VXMzy2DzGxOhsYItEMy8RQAABBBBAoOgCPRzfCnrfGUq1Ro0aFe2zT+G+4qc6vo5WPGaPPbHdNjZKNPMSAQQQQACBQgv42udrYHWQvkb6WlltKMmKx+yxJ4ZrGxslmvP3kgnE/H1m9BgBBBCwAEEAge4LHKK33KpU67bbbotGjBhRqDsRfeehx+SxVQfatuKx26DtFT8RQAABBBBAAIEFC5ysXfw4Li2iaIkllojOO++81vUy/vDYbVAzdtvYqKaJVQRSF+CACCCAQNYEfO3zNbC1X742+hrZ+qKEPzx2G9QM3TY2qmnK5yoTiPn83Og1AggggAACCPRMYCe97QGlWp5oGz58eAO/E7F66tRXZs+eHXksHlPi4B6zx55o5iUCCCCAAAIIINChwBBtGaVU64wzzijF9x5WB5xY8fcd2SDRbKPBiTZeIoAAAgggEEVRIRH4/SDxsRb59wMmEBMfNi8RQAABBBBAoNAC72t0fm7pdC2r5Ud9Dh06NJoxY0a1LW8r7rvH4LEk+u6xeswee2ITLxFAoFsC7IwAAgiUS+Dw2uEOHjy4lI8urTXwuh9VZguv1+SImvWsra6VtQ7RHwQQQACBXAvw+0Hg48vh7weBUbRvKvUEYnsOWhBAAAEEEECgBAJ/0xi3VHxXnhZt1dLSEg0aNCgaNy5/XxHoPrvvHkPbaKo/PUaP1WOuNrKCAAIIIIBA2QQYb7cF1tE7RijVOuaYY6rrZV8JWNjKZlmi2USdmaZspFAIIIAAAgikIeBrna951WMFronVbWVbCVjYyma5pWACMbcfHR1HoNQCDB4BBBDorYAn1IbrIP5eQC3m1+jRo6Ndd901F4809SNL3Vf3ef4Iqmsem8fosVYbWUEAAQQQQAABBLogMLp2n4022ijackv/TVJta3nXbWGThEDMLLGtkS/9+99DOuHdysrKJUqei74jgAACCGRHIHat87XQ18TsdK+5PbGFTRK9iJkltmX+JROImf+I6CACCCCAAAJFEsjUWPxITz/a84Jkr8aPHx8NGDAg03cj+q5D99F9TfZfrz0mj81j1EsKAQQQQAABBBDossBntOeeSrUOOOCA6jorbQIBE2fx1k4AABAASURBVJvZrm2Hxv/cWKd8ULlHqXwn49laf0ehEEAAgSYIcMqCCfga52tddViBa2F1W1lXAiY2s10uSZhAzOXHRqcRQAABBBBAIEWBQ3Qs/0XYPC2rNWfOnMh39g0ZMiSaNGlStb3ZK+6L++S+uY+J/ngMHovHlNjESwR6KcDbEUAAAQTKIrCLBtpHaa1+/fpF2223Xes6P+YL2MQ281sim9mupqkhq8N0Fj+2frKWQ5RK/VUrFykUAggggAACaQj4GudrXeuxfA30tbD1BT+qAjaxTbUhatrvB1Gv/t+Hb2YC8UMIFggggAACCCBQagF/8eFaEvA/vmgxv6ZNmxZttdVW0bBhw6KJEyfO39DgNZ/bfXBf3KfA6d13j8FjCWymCQEEEECgrAKMG4FuCuxYu78fl177mvX5AgGbmN38Peuy5u82vF9HvlcZqiTrHDVw96EQKAQQQACBVARi17jANTCVkxThIAGbmF2exsgEYp4+LfqKQJsAPxFAAAEE6iPwlA67gXKM4jv5tJhfU6dOjbbffvuof//+0emnnx7NmjVr/sY6rfkcPpfP6XO7D4FTua/us/vuMQR2oQkBBBBAAAEEEOiSwLLaa32lWiNHjqyusxIXCNjYzobxHXv+KvTOyh2HU7TR59OiXc1Ry4UKhQACCCCAQBoCvrbFrjmBa2Aa5ynEMQI2trNh7sbHBGLuPjI6jAACCCCQXwF6nhOBs9TPlZTxSrtqaWmJjj/++GjFFVeM/ChRT/DNmDGj3X49bfCxfEwf2+fwuXzODo7nPrqv7nMHu9CMAAIIIIAAAgh0WWDz2j0HDx4crbDCCrVNrNcI2MZGNU1ejRm6IaX48aT+jsOO7jisPY3vPny7toF1BBBotADnQ6BQArFrm699vgYWaoQpDsY2NkocMmaY2JbZl0wgZvajoWMIIIAAAggg0EQB3164q87vx0HdqmWw/ChRT/ANGjQoWmyxxVofc3rooYdGY8eOje65557oueeei2bPnh29++670bx581rjdbd5m/fxvn6PH0/qY/hYPqaPHTxpW6P75H9Ech/d17ZWftZPgCMjgAACCCBQDoGNa4e5+ea5/Leu2iHUfT1gFDNMoQP+nW+qjuPJQ69rtdP6h7by3YdCoBBAAAEEUhOIXdsC177UTpSJA6XQiYBRzDCFUzTkEEwgNoSZkyCAAAIIIIBATgUeUr+3VdZVrlD8uFAt2tfcuXMjP2J0zJgx0b777httuumm0aqrrhotueSS0SKLLBJ95CMfaY3X3eZt3sf7+j1+r4/R/sjVFp/bfXBf3Kdp1S2sIIAAAgh0KMAGBBDolsDQ2r2HDx9e+5L1gEDAKGYYeEtXmzxZ6LsNPXG4YVffpP3OVuYqFAIIIIAAAmkJxK5tgWtfWucpzHECRjHDvAyUCcS8fFL0syLAEgEEEEAAgWYIPKqT7q0soRyoPKA0qnwun9Pndh/cl0adm/MggAACCCCAQHkE/KzSpSrDXXTRRaOBAwdWXjZjmYtz2shWNZ21oS1rmrq1Wjtx6O877M6bffch333YHTH2RQABBBBYkICvab62te7na56vfa0v+NGhgI1sVbODDW1Z05T9VSYQs/8Z0UMEEECgIAIMA4FCCPxdo/AjoTbQ8kvKaOUG5Q0lrfKxfEwf2+fwuXxOnzutc3AcBBBAAAEEEEAgKbBmbcM666xT+5L1TgQCVjHLTt5au2mQXkxWfMdhdycO9bbWOlc/uftQCFSzBTg/AggUSCB2TQtc8wo01HSHErCKWaZ7tvocjQnE+rhyVAQQQAABBBAovsCrGuI4ZWdlaWVFZUflJOUaxXcOvqDlHOU9xY8gdbzuNm/zPt7X7/F7fQwfy8f0sX0OvbXJxekRQAABBBBAoAwCq9QOcvXVV699yXonAgGrmGUnb/UmTxzeo5WHld58P5LvPhyjY1AIIIAAAgj0XKD9O2PXtMA1r/07aGkVCFjFLFt3yvgPJhAz/gHRPQQQQAABBBDIjcAs9fQm5YfKborvHOyn5eeUhRX/3uV43W3e5n28r9/j9/oY2pVCAAEE0hHgKAgggEA3BPyHTNXd+/fvX11npXOBgFXMsoN3e+Lwbm3zxGEaXzZ5no7F3YdCoBBAAAEEUhWIXdMC17xUT1akgwWsYpZ5GKv/ESsP/aSPbQL8RAABBBBAAAEEEEAAAQQQQACB4gs0Y4Rfrj3p8ssvX/uS9U4EAlYxy8RbPXF4l9o8cbiJlmmU7z48P40DcQwEEEAAAQQSArFrWuCal9idlxWBgFXMsrJflpdMIGb506FvCCBQIAGGggACCCCAAAIIIIAAAghkWuALtb1bZpllal+y3olAwCpm+eFb19by14onDjfVMs3yo0u5+zBN0V4dizcjgAAChRKIXdMC17xCDTbNwQSsYpZpnqtex2ICsV6yHBcBBBBAAAEEiiHAKBBAAAEEEEAAgXIILFE7zL59+9a+ZL0TgYBVraUnDu/U2x9VNlPSLk8cnpv2QTkeAgggUEoBBh0SqL2mRYFrXug9tEkgYBWz1C6ZLyYQM/8R0UEEEEAAAQQQQAABBBDoiQDvQQABBBDolsCitXsvtthitS9Z70QgYGVLTxxO0ts8cfhNLetVPtdbOvg8EmEQYcD/P+B/A/xvIPX/DcQmvQLXPJFTIYGAla/ZoV0z25anCcTMItIxBBBAAAEEEEAAAQQQQAABBBBITYADNUfgE7WnXWihhWpfst6JQMDKeJ443KKTt7EJAQQQQACB3AkErnm5G0OjOhywiv2u1ah+9OY8TCD2Ro/3IoBAFwXYDQEEEEAAAQQQQAABBBBAAAEEii/ACBFAAAEEEECgKAJMIBblk2QcCCCAAAII1EOAYyKAAAIIIIAAAgiUReA/tQN97733al+y3olAwMp46+stUxQKAQQQyIcAvUSgCwKBa14X3lXOXQJWsd+18qDCBGIePiX6iAACCCCAAAIIIIBANwXYHQEEEEAAgW4KzK3d/623/LV6tS2sdyQQsLLlg9p/Y2Wo8pBSr/K5/IWVfXQCEkUYYMD/BvjfAP8bSPd/A3Oimv8XuObVbGW1ViBg5Wt27S6prdfrQEwg1kuW4yKAAAIIIIAAAggggAACCCDQfQHegUCzBGL/QDh79uxm9SN35w1Y1Vp68tCTiBtpYPcradeiOuDhCoUAAggggEA9BGqvaVHgmlePcxbimAGrmGUeBskEYh4+JfqYcwG6jwACCCCAAAIIIIAAAggggEDmBf5c28PXXnut9iXrnQjMt6ruFLP8sPU+LTdUPJH4gJZp1iE6mCcStaAQQAABBBBIVSB2TQtc81I9WZEOFrCKWeZhrEwg5uFToo8IIIAAAs0R4KwIIIAAAggggAACCJRH4JXaob788su1L1nvRCBgFbNMvNUTiRuobZiS1kTi4jrWoQqFAAI9FeB9CCDQkUDsmha45nX0vtK3B6xilnkAYgIxD58SfUQAAQQQQAABBBDolgA7I4AAAggggEC3BV6qfcfMmTNrX7LeiUDAKmbZwVunqj3NicTDdDzuQhQChQACCCCQqkDsmha45qV6sp4cLKvvCVjFLLPa79p+MYFYq8E6AggggAACCCCAAAIIIIBAMwU4NwIINE/gudpTP/3007UvWe9EIGAVs+zkrd5UmUjcWC8eVHpavgvx4J6+mfchgAACCCDQgUDsmha45nXwNpoDVjHLPAgxgZiHTynXfaTzCCCAAAIIIIAAAggggAACCCCQA4Ena/v46KOP1r7swnp5dwlYxSy7KDNF+62v9GYi8Qi9n7sQhUAhgAACCKQmELumBa55qZ2oaAcKWMUs8zBeJhDz8CnRRwQQQKAZApwTAQQQQAABBBBAAAEEyiQwS4N9Q2mtuXPnRjNmzGhd50fHAjayVc0eNrRlTVO3VisTicP1roeU7pTvQjygO29gXwRaBfiBAAIIdCzga5qvba17+Jrna1/rC350KGAjW9XsYENb1jRlf5UJxOx/RvQQAQQQQAABBBDolgA7I4AAAggggAACPRSIPUJz8uTJPTxMed4WMIoZ9kLiXr13qNLdicSj9J5FFAoBBBBAoAQCDRpi7NoWuPY1qBv5OU3AKGaYl5EwgZiXT4p+IoAAAggggAACCCCAQNEFGB8CCCDQbAFPWlX7cOedd1bXWQkLBIxihuF3davVx6tMJE7rwjt9F+JBXdiPXRBAAAEEEOiqgK9F1X0D177qNlbaBAJGMcO2vbL/kwnEun5GHBwBBBBAAAEEEEAAAQQQQAABBIovUJgRxmYMp02bFs2albunbTXsw7CNjRInjBkmtvXmpf/hcYgOsJmyoGfLHq59uAtRCBQCCCCAQCoCsWubr32+BqZy5AIexDY2SgwtZpjYltmXTCBm9qOhYwgg0FQBTo4AAggggAACCCCAAAIIlE/gVQ35AaVaEyZMqK6zEhcI2NjOhvEd0311tw43SNlE6eiOxL7axnchCqFLxU4IIIAAAgsS8LXN17jqfoFrYHVb2VcCNrazYe5omEDM3UdGhxFAAAEEEECgMwG2IYAAAggggAACCPRK4Mbad19zzTW1L1mvEQjYxOxqdq3Hqr+g0nckbqqD/0ZJ1g/UwF2IQqAQQKC4AoysoQKxa1zgGtjQzmT5ZAGbmF2W+57sGxOISRFeI4AAAggggAACCCCAQDMEOCcCCCCAQDYErlU35imt1dLSEk2cOLF1nR/zBWxim/ktkc1sV9PUkNV7dJbBSnIi8XNq20+hEEAAAQQQSEPA1zhf61qP5Wugr4WtL/hRFbCJbaoNUdN+P6jpQs9X6ziB2PNO8U4EEEAAAQQQQAABBBBAAAEEEMiLAP0smMDfNZ4rlWpddNFF1XVW2gQCJjazXdsOjf9ZmUj0dyQ+/OHpj9aSuxCFQCGAAAII9FrA1zhf66oHClwLq9vKuhIwsZntcknCBGIuPzY6jUCdBTg8AggggAACCCCAAAIIIIBAmQXG1g5+6tSp0aRJk2qbSr1uC5skEGJmiW2NfOnvSFxPJ/RE4otajlY6LrYggAACCCDQdYHYtc7XQl8Tu/72Yu9pC5skRhkzS2zL/EsmEDP/EdFBBBBAAAEEui7AnggggAACCCCAAAIIpCDwqI5xq1KtM888s7pe9pWAha1sliWaykTifVnqFH1BAIH0BDgSAk0Q8LXO17zqqQPXxOq2sq0ELGxls9xSMIGY24+OjiOAAAIIIIAAAggUSIChIIAAAgggkDWBc2o7NG3atGjcuHG1TaVct4EtEoM/N/E6Sy+fylJn6AsCCCCAQO4F+P0g8BF28/eDwBGy2cQEYjY/F3qFAAIIIIAAAggggAACCCCQCwE6iUBhBaZpZOOVah177LHR7Nmzq6/LtuKx2yAxbhs9lGjjJQIIIIAAAkUV4PeDxCdb5N8PmEBMfNi8RCCCAAEEEEAAAQQQQAABBBBAAAEELHCyfsxTWmvOnDnRYYdLlDTPAAAQAElEQVQd1rpeiB/dHITHboOat9nGRjVNrCKAAAIIIFB4AV/7fA1sHaivjb5Gtr4o4Q+P3QY1Q7eNjWqa8rnKBGI+Pzd6jQACCCAQEKAJAQQQQAABBBBAAAEEUhWYpaMdq1Rr/PjxpXyUqR9N5rFXIdpWbGOjtlf8RACBhglwIgQQaKqAr32+BlY74Wukr5XVhpKseMwee2K4trFRojl/L5lAzN9nRo8RQAABBBBAAIGiCTAeBBBAAAEEEMiuwFnq2gNKtUaPHh3NmDGj+rroKx6rx5wYp01sk2jmJQIIIIAAAqUQ8DXQ18LqYH2t9DWz2hBeKUyrx+oxJwZkE9skmvP5kgnEfH5u9BoBBBBAAAEEEEAAAQQQyIAAXUAAgZIIHKxx+nFcWrTV7rvvXorvQ/T3GnmsbaOu/rSFTaoNrCCAAAIIIFBCAV8LfU2sDt3XTF87qw0FXfEYPdbE8Gxhk0Rzfl8ygZjfz64+PeeoCCCAAAIIIIAAAggggAACCCBQfIHujfAp7b6vUq2WlpZo5MiR0bx5/reyanOhVjw2j9FjTQzMFjZJNPMSAQQQQACBUgn4WuhrYnXQvmb62ulraLWxYCsem8fosSaGZgubJJrz+5IJxPx+dvQcAQQQiAnwAgEEEEAAAQQQQAABBBCoo8A4HfsCpVpTpkyJtt122+rroq14bB5jYlw2sEWimZcINE6AMyGAAAIZEvA10dfGapd87fQ1tNpQsBWPzWNMDMsGtkg05/slE4j5/vzoPQIIIIAAAgjkX4ARIIAAAggggAACeRE4RB29VanWbbfdFo0YMaJQdyL6zgKPyWOrDrRtxWO3QdsrfiKAAAIIINA9gaLu7Wujr5HV8fka6mupr6nVxpyveCwek8eWGIrHboNEc/5fMoGY/8+QESCAAAIIIIAAAggggEBTBDgpAgggUEqBnTTqB5Rq+R/Shg8fXojvRPR3GnksHlN1gG0rHrPH3vaKnwgggAACCCBQK+BrpK+V1TZfS31N9bW12pjTFY/BY/GYEkPwmD32RHMxXjKBWPs5so4AAggggAACCCCAAAIIIIAAAsUXYIS9EXhfb/ZzS6drWS0/ymvo0KHRjBkzqm15W3HfPQaPJdF3j9Vj9tgTm3iJAAIIIIAAAhLwNdLXSl8z9bKtfE31tdXX2LaW/P103z0GjyXRe4/VY/bYE5uK8ZIJxGJ8jowCgdILAIAAAggggAACCCCAAAIIINAwgb/pTFsq/qt7LdqqpaUlGjRoUDRuXP6+Ash9dt89hrbRVH96jB6rx1xtZKV5ApwZAQQQQCCzAr5W+prpa2e1k762+hrra221MScr7rP77jEkuuwxeqwec2JTcV4ygVicz5KRIIAAAgggkEcB+owAAggggAACCCCQTwH/g9lwdd3f+6PF/Bo9enS066675uKRpn4kmfvqPs8fQXXNY/MYPdZqIysIIIAAAj0S4E3lEPA109dOX0NjI/a11tdcX3tjGzL4wn10X93nQPc8No/RYw1sLk4TE4jF+SwZCQIIIIAAAggggAACDRTgVAgggAACCER+ZJcf3XVB0mL8+PHRgAEDMn03ou8qcB/d12T/9dpj8tg8Rr2kEEAAAQQQQKCLAr52+hrqa2nsLb7m+trra3BsQ4ZeuG/uo/sa6JbH5LF5jIHNxWqaP4FYrHExGgQQQAABBBBAAAEEEEAAAQQQCAnQhkD6AofokKOVeUq15syZE/kv94cMGRJNmjSp2t7sFffFfXLf3MdEfzwGj8VjSmziJQIIIIAAAgh0Q8DXUl9TfW2tvs3XXl+DfS32Nbm6ockr7ov75L65j4nueAwei8eU2FTcl0wgFvezZWQlEmCoCCCAAAIIIIAAAggggAACCDRZwF98uJb64O8E0mJ+TZs2Ldpqq62iYcOGRRMnTpy/ocFrPrf74L64T4HTu+8eg8cS2Nz8JnqAAAIIIIBAzgR8TfW11dfYWNd9LfY12ddmX6NjGxv4wud2H9wX9ylwavfdY/BYApuL28QEYnE/W0aGAAIIIJB9AXqIAAIIIIAAAggggECRBJ7SYDZQjlH8l/pazK+pU6dG22+/fdS/f//o9NNPj2bNmjV/Y53WfA6fy+f0ud2HwKncV/fZffcYArvQhAACCPRKgDcjUGYBX1t9jfW11tfcmIWvzb5G+1rta7av3bEd6vDC5/C5fE6f230InMZ9dZ/dd48hsEuxm5hALPbny+gQQAABBBBAAAEE6iLAQRFAAAEEEECgE4GztG0lZbzSrlpaWqLjjz8+WnHFFSM/Ksz/gDdjxox2+/W0wcfyMX1sn8Pn8jk7OJ776L66zx3sQjMCCCCAAAIIpCDga62vub72tjucr9W+Zvva7Wu4r+W+prfbsYcNPpaP6WP7HD6Xz9nB4dxH9/WsKOpgjxI0M4FYgg+ZISKAAAIIIIAAAggggAACCHwowAIBBBol4NsLd9XJhiq3KsHyo8L8D3iDBg2KFltssdbHnB566KHR2LFjo3vuuSd67rnnotmzZ0fvvvtuNG/evNZ43W3e5n28r9/jx4/5GD6Wj+ljB0/a1ug+DdGq++i+apVCAAEEEEAAgToL+Jrra+9QncfXYi3al6/hvpb7mu5ru6/xvtb7mu9rv38H8O8C/p2A3w/a+6XVwgRiWpIcp2kCnBgBBBBAAAEEEEAAAQQQQAABBDIr8JB6tq2yrnKF4seBadG+5s6dG/kRYmPGjIn23XffaNNNN41WXXXVaMkll4wWWWSR6CMf+UjkeN1t3uZ9vK/f4/f6GO2PXG3xud0H98V9mlbdwgoCCCCAAAIINFKA3w8aqd3DczGB2EM43oYAAggg0GsBDoAAAggggAACCCCAAALlEXhUQ91bWUI5UHlAaVT9Ric6WllZOVZ5VVlKWUZZVvmyspyyvLKi4keW9dNygLKq8lXla8oayprK15V1lIHKIGU9xXcz+m4Kf0+SXlIIIFAjwCoCCCDQkUAzfz/w7yL+ncS/m/h3FPelo36Wsp0JxFJ+7AwaAQQQQAABBBDojQDvRQABBBBAAAEEeizwd73zIsUTbV/ScrRyg/KGUq/yBJ+/d+lFneAvis/1upZ/Uv6o/EH5veLHqnmfF7Q+U3lO+Z3yW+Vp5UnlCeUx5RFluvKw4jsZH9TyTsUTk1pQCCCAAAIIFEGgYWNoxO8Hvv77dw7/7uHfQfy7iH8n8bkbNtA8nYgJxDx9WvQVAQQQQAABBBBAAAEEEOiNAO9FAAEEsiXgOwHHqUs7K0srvvtvRy1PUq5RfGeAJ/PmaP09xY8grUQvM1XPqje+M3GClhQCCCCAAAII9Fygp78f+HcF/87g3x38O4R/l/DvFP7dwr9j+HcN/87h3z18jp73sCTvZAIx5x803UcAAQQQQAABBBBAAAEEEEAAgeILlGSEvgPwJo31h8puiu8M8KNEP6f1hRX/O5bjR5G+rddZqZ+pI36kaYuWFAIIIIAAAgikK9DV3w/8u4J/Z/DvDv4dwr9L+HcK/27hY6TbqxIczb90lWCYDBEBBBDInAAdQgABBBBAAAEEEEAAAQQQ6JnAS3rbHkqzy5OYu6oTeyrvKBQCIQHaEEAAAQQQyKUAE4i5/NjoNAIIIIAAAgg0T4AzI4AAAggggAACCGRA4Eb14WKlWfW8Try2Ml6hEEAAAQQKKcCgECi3ABOI5f78GT0CCCCAAAIIIIAAAuURYKQIIIAAAkUTOFQDelxpdF2nE/r7Dj2JqFUKAQQQQAABBBAonkCuJxCL93EwIgQQQAABBBBAAAEEEEAAAQQQSArwGoEOBN5X+zbKP5RGlB9T6seV7qKTeV0LCgEEEEAAAQQQKKYAE4jF/FwZFQJZF6B/CCCAAAIIIIAAAggggAACCKQh8JoOsrMyT6lnvaiD+67Dn2lJdV2APRFAAAEEEEAgpwJMIOb0g6PbCCCAAAIINEeAsyKAAAIIIIAAAgggkDmBu9WjM5V6lR9ZuqYOziNLhUAhgEBZBBgnAgiUXYAJxLL/L4DxI4AAAggggAACCJRDgFEigAACCCBQbIETNLyHlTTrXR3se4ofWfpvLSkEEEAAAQQQQCD7Ain1kAnElCA5DAIIIIAAAggggAACCCCAAAL1EOCYCCDQJYEPtNcI5Q0ljfqTDrKucrlCIYAAAggggAACpRNgArF0HzkDzoAAXUAAAQQQQAABBBBAAAEEEEAAgfQF3tQh/X2IWvS6vqgjnKwMUXpavA8BBBBAAAEEEMitABOIuf3o6DgCCCCAQOMFOCMCCCCAAAIIIIAAAghkXOBB9e8oJY3aTgfx8W7VckOFQgCB0ggwUAQQQAABJhD53wACCCCAAAIIIIBA8QUYIQIIIIAAAgiUSeBsDfZuJa3aRgeaqtyuDFcoBBBAAAEEEMiqAP1KTYAJxNQoORACCCCAAAIIIIAAAggggEDaAhwPAQQQ6KGAH2X6Sg/e+2e9x5OFWrSrLdVyj/JrZTOFQgABBBBAAAEECivABGJhP9rMDoyOIYAAAggggAACCCCAAAIIIIBA8QWaPcJ/qANbK+8r3al3tPMwxZOFk7UMlScPPYno7d4vtA9tCCCAAAIIIIBArgWYQMz1x0fnEUAAgUYKcC4EEEAAAQQQQAABBBBAIFcCz6i3Byvdqcq/ld2hN22iVCYLtdquNlaLH2t6n5Z+zKkWFAJFEGAMCCCAAAIIRFHllyIsEEAAAQQQQAABBIoqwLgQQAABBBBAAIHyClyqod+kdLWS/1bm71LcXG+uTBZqtV1toJZblYeU7RUKAQQQQACB5ghwVgRSFEj+UpTioTkUAggggAACCCCAAAIIIIBAbwR4LwIIIIBAKgK76ygvKV2pjv6tbIre/C1lQ8WThVq0q8Fq8WTldC39HYxaUAgggAACCCCAQD4FOvqlKJ+jyX6v6SECCCCAAAIIIIAAAggggAACCBRfgBFmS+Btdcffh+ilVjutPp1ujaL7tX1bZYjiyUIt2tVAtUxQHlV2USgEEEAAAQQQQCB3Akwg5u4jo8MIINAcAc6KAAIIIIAAAggggAACCCCQY4Hn1fe9lQXVgiYQK++fppUdlUGKJwu1aFdrq2W88qSym0LlQoBOIoAAAggggIAFmEC0AkEAAQQQQACB4gowMgQQQAABBBBAAAEE2gR+ocVlSmf1sc42BrbNUNu3FU8WXqtlqNZQ49XKb5U9FQoBBBBAoB4CHBMBBFIVYAIxVU4OhgACCCCAAAIIIIAAAmkJcBwEEEAAAQTqIHCQjvmM0lF19Q7E5PsfV8MopTJZqNV29VW1XKH4bsh9tKQQQAABBBBAAIHMCjRyAjGzCHQMAQQQQAABBBBAAAEEEEAAAQRSE+BACGRZ4H11zt+H+A8tQ9Xbfyt7WgfdQ6lMFmq1XfVXy1jlRWU/hUIAAQQQQAABBDIn0NtfijI3IDqEAAL1EOCYCCCAAAIIIIAAAggggAACCBRG4BWN+18LIAAAEABJREFUZGclVGn9W9mzOri/c3GAlp4s1KJdraiWi5XfK74zUotmF+dHAAEEEEAAAQTaBNL6pajtaPxEAAEEEEAAgWwJ0BsEEEAAAQQQQAABBBAICdytxh8pyerpI0yTx6m8nqmVfZWVFE8WatGullPLBcoflcOUtPugQ1IIIFB4AQaIAAIIpCzABGLKoBwOAQQQQAABBBBAAIE0BDgGAggggAACCNRd4Hid4WGltj5a+yLF9Zd0rAOUryieLNSiXS2rlnOV15QjlY8rFAIIIIAAAggUXCCrw2MCMaufDP1CAAEEEEAAAQQQQAABBBDIowB9RgCB/Aj8V13dVpmjVKre/1b2B53oEMWThedp+YGSrKXUcLbiicRjtFxEoRBAAAEEEEAAgYYK1PuXooYOhpMhUB8BjooAAggggAACCCCAAAIIIIAAAgUV+IvGtYPyQRTpZxQ16t/K/qSzHa4so3iy8D9aJquvGs5QPJF4gpaLKhQCCCCAAAIIINAQgUb9UtSQwXASBBBAAAEEYgK8QAABBBBAAAEEEEAAAQQWLHCfdjlRcfXxjwbmzzrXUYonEj1Z+LbWk/UZNfxQeV05RVlcoRBAoFaAdQQQQACB1AWYQEydlAMigAACCCCAAAII9FaA9yOAAAIIIIAAAg0W8OTd3Tpns/6t7K8693HKFxVPFr6lZbIWU4MnOj2ReLrWP6dQCCCAAAII5FqAzmdXoFm/FGVXhJ4hgAACCCCAAAIIIIAAAgj0VID3IYAAAnkVmKeO76z4jkAtmlZ/15lPUnxHoicL/VovY+XvRDxWLZ5I/JGWX1AoBBBAAAEEEEAgVQEmEFPlLOLBGBMCCCCAAAIIIIAAAggggAACCBRfgBFK4B/KdkoWyncgnqqOeCLRk4WztZ6sj6vhB4q/I/FcLX33ohYUAggggAACCCDQewEmEHtvyBEQQACBbArQKwQQQAABBBBAAAEEEEAAge4KPNbdN9R5/3d0/DMVTyT6uxLf0Hqy/O97h6nxVWWMspxClUmAsSKAAAIIIFAHAf+CUYfDckgEEEAAAQQQQACBngrwPgQQQAABBBBAAAEEEgLv6/XZiicSD9fSk4VatKuD1fJ75SJlBYVCAAEEEMiwAF1DIMsCTCBm+dOhbwgggAACCCCAAAIIIJAnAfqKAAIIIIBAvQX8XY3n6SRfUiqThVptV/ur5SXlMqWfQiGAAAIIIIAAAt0SYAKxUy42IoAAAggggAACCCCAAAIIIIBA8QUYIQK5FPiJer28Upks1Gq7Gq2WmcrlyqoKhQACCCCAAAIIdEmACcQuMbETAgjkToAOI4AAAggggAACCCCAAAIIIFAOgUs0zJWUymShVtvVXmr5nXKVsrpSnGIkCCCAAAIIIFAXASYQ68LKQRFAAAEEEECgpwK8DwEEEEAAAQQQQAABBHokME7vGqBUJgu12q52V8tTynjl6wqFAAIINE2AEyOAQLYFmEDM9udD7xBAAAEEEEAAAQQQyIsA/UQAAQQQQACBbAhcqW6spuyheLJQi3a1i1oeU36hDFQoBBBAAAEEEEAgJtDJBGJsP14ggAACCCCAAAIIIIAAAggggEAhBRgUAggUVOBqjWtNZZTiyUIt2tVItUxXblTWUygEEEAAAQQQQKBVgAnEVgZ+IFAwAYaDAAIIIIAAAggggAACCCCAAALFF+jaCK/VbusolclCrbarHdQyTblFWV+hEEAAAQQQQKDkAkwglvx/AAwfAQQQQCBbAvQGAQQQQAABBBBAAAEEEKiTwPU67jeUymShVtvVCLXcr/xKGaZQCCBQJwEOiwACCGRdgAnErH9C9A8BBBBAAAEEEEAgDwL0EQEEEEAAAQQQyIvAzeroEKUyWajVdrWVWu5V7lQ2VSgEEEAAAQQQaBMozU8mEEvzUTNQBBBAAAEEEEAAAQQQQACB9gK0IIAAAqUVuE0j31CpTBZqtV19Uy13KfcoWygUAggggAACCJREgAnEknzQpRomg0UAAQQQQAABBBBAAAEEEEAAgeILMMK0BCbpQMOVzRVPFmrRrrzd+03Vlq0VCgEEEEAAAQQKLsAEYsE/YIaHAAII5Eng/9m7D2jZyvJu4EOKJdE0xNgbKMWOIiiggmBi0IjYUMEuWFCxK/aCXbGgApaoYFdEI7EhKkVBFLuAgrFhEgkmXyRRE5Xv/9zrPcyZmXvuPXX2fue31vO/e887M3u/z2+zkrV81jnHXgkQIECAAAECBAgQIEBgagKfyJ3rJw73zrGGhTmMVf3EYv3k4il5Z79EEViSgC8RIECAQPcFDBC7/4zskAABAgQIECDQdQH7I0CAAAECBAgQaEfgpLRSv9Z0jxxrWJjDWO2elfpbil/I8d6JIkCAAIHZENDlDAkYIM7Qw9YqAQIECBAgQIAAAQIE5gt4RYAAAQIENirwubyzb1LDwuNznFS3zeL7ky8l90sUAQIECBAg0IiAAWIjD3KuDScECBAgQIAAAQIECBAgQIBA+wI6JLB2AqflVvdMNgwLczpWO2Xl3cnZyYGJIkCAAAECBHouYIDY8wdo+wQItCOgEwIECBAgQIAAAQIECBAg0GGBM7K3+yYbhoU5HatbZuWdyTeShyRqgoAlAgQIECDQBwEDxD48JXskQIAAAQIEuixgbwQIECBAgAABAgRmSeDLafYByY5JDQtzGKubZuVtyXeSRySKAAECLQjogcBMCRggztTj1iwBAgQIECBAgAABApcJOCNAgAABAgSWIfDVfPdByc2SGhbmMFbbZ+WY5LzkUYkiQIAAAQIEeiLQ1gCxJ+i2SYAAAQIECBAgQIAAAQIECCxDwFcJEOiSwDezmYclOyQ1LMxhrG6UlTcmFySHJIoAAQIECBDouIABYscfkO0RmBUBfRIgQIAAAQIECBAgQIAAAQK9Fjgnuz84qWHhm3KcVDfI4uuTHyaHJooAAQIECBDoqIABYkcfjG0RIECAAIGeCNgmAQIECBAgQIAAAQIEhgW+lxePTm6Q1LAwh7G6TlaOSC5Mnpz8UaIIEOi2gN0RIDBjAgaIM/bAtUuAAAECBAgQIEBgvYB/CRAgQIAAAQKrKvDPufrjkg3DwktzPlrXyMIrkhokPj3HyyeKAAECBAgQWFGBpV3MAHFpbr5FgAABAgQIECBAgAABAgSmI+CuBAgQ6JfAj7PdJybXSmpY+JscR+uqWXhJ8tPkWcmfJooAAQIECBCYooAB4hTx3ZrABgFHAgQIECBAgAABAgQIECBAoH2BGe+whoNPjcE1kxoW/irH0fqrLLwwqZ9IfF6Of54oAgQIECBAYAoCBohTQHdLAgQIEGhGQCMECBAgQIAAAQIECBAgsDiBn+XjhyU1SKxh4SU5H60aHD43izVIfFGOWyaKwDQF3JsAAQIzJ2CAOHOPXMMECBAgQIAAAQKDAQMCBAgQIECAAIEpC/w8939OUoPE+mnD/8z5aNWvMn1mFmuQWD+1+Nc5VwQIECBAYBECPrpUAQPEpcr5HgECBAgQIECAAAECBAisvYA7EiBAgEBrAv+Vhp6f1CCx/v7hv+d8tC6fhacnNUisv6NYn81LRYAAAQIECKyWgAHiasm67mYL+CABAgQIECBAgAABAgQIECDQvoAOCWxC4H/y/uFJDQdrWPivOR+tP8zCk5OfJEck10kUAQIECBAgsAoCBoirgOqSBAgQmBEBbRIgQIAAAQIECBAgQIAAgZUW+N9c8GXJtZIaFtZPHeZ0rA7Nyg+T1yc3SNTqCbgyAQIECMyggAHiDD50LRMgQIAAAQKzLqB/AgQIECBAgAABAp0X+G12+KqkBokbhoV5OVaHZOWC5E3JjRJFgAABAnMCTggsXcAAcel2vkmAAAECBAgQIECAAIG1FXA3AgQIECAwmwKvTdvXSzYMC3M6Vo/MynnJm5MdEkWAAAECBAgsQ8AAcRl4K/FV1yBAgAABAgQIECBAgAABAgTaF9AhAQIrIvCGXGWb5FFJDQtzGKuHZ+XbyduSmyWKAAECBAgQWIKAAeIS0HyFAAECg8EAAgECBAgQIECAAAECBAgQIDAdgaNy2+2SRyQ1LMxhrB6Sla8n70x2TJZavkeAAAECBGZSwABxJh+7pgkQIECAwCwL6J0AAQIECBAgQIAAgUYE3pI+bpJsGBbmdKwOzMpXkncnOyWKAIGZEdAoAQLLETBAXI6e7xIgQIAAAQIECBAgsHYC7kSAAAECBAgQmCzw9izfIqlh4dk5Tqr7ZfFLyfuT2yaKAAECBAgQWEBgqgPEBfblLQIECBAgQIAAAQIECBAgQKARAW0QIEBgjQSOy31ulWwYFuZ0rO6dlS8kxye7J4oAAQIECBCYIGCAOAHFEgECmxTwAQIECBAgQIAAAQIECBAgQKB9gb52+N5sfOdkw7Awp2N1j6ycknw02SNRBAgQIECAwJCAAeIQhlMCBAgQINC+gA4JECBAgAABAgQIECAwMwIfTKe7JvslNSzMYazulpWTkxOTvRNFoBEBbRAgQGB5AgaIy/PzbQIECBAgQIAAAQJrI+AuBAgQIECAAAECSxX4cL54h+TvkxoW5jBWf5eVTyWfTO6SKAIECBAgMB2BjtzVALEjD8I2CBAgQIAAAQIECBAgQKBNAV0RIECAQGcE/jE7uVOyYViY07G6c1b+KflMctdEESBAgACBmRQwQJzJx67pZQr4OgECBAgQIECAAAECBAgQINC+gA7bFfh4WvubpIaFdZ7TsdozKzVw/HyO+yaKAAECBAjMlIAB4kw9bs0SIEBg1gX0T4AAAQIECBAgQIAAAQIE5gQ+nbP6acQNw8K8HKvbZ6V+BerpOd4rUb0QsEkCBAgQWK6AAeJyBX2fAAECBAgQIEBg9QXcgQABAgQIECBAgMDqCXw2l66/j7hhWJiXY3W7rHwgOTPZP1EECBAgsBoCrtkZAQPEzjwKGyFAgAABAgQIECBAgEB7AjoiQIAAAQI9Ejg1e90v2TWpYWEOY3WbrLwn+UpyQKIIECBAgECTAgaITT7WVW3KxQkQIECAAAECBAgQIECAAIH2BXRIYJYFvpDm75PsnNSwMIex2jErxyZfSx6cKAIECBAg0JSAAWJTj1MzBAgQWEjAewQIECBAgAABAgQIECBAgMAiBL6Uz94/uVVSw8IcxurmWfmH5FvJw5IOlC0QIECAAIHlCxggLt/QFQgQIECAAAECqyvg6gQIECBAgAABAgQITFPg7Nz8gUkNC9+e46S6cRbfkpybHJwoAgQILF7ANwh0SMAAsUMPw1YIECBAgAABAgQIEGhLQDcECBAgQIBAUwLfSDcPSTYMC3M6Vttm5ajk/OQxiSJAgAABAr0UMEBc3GPzaQIECBAgQIAAAQIECBAgQKB9AR0SIEBgIYHv5M1HJBuGhTkdq62zcmTyg+TxiSJAgAABAr0SMEDs1eOyWQIEli7gmwQIECBAgAABAgQIECBAgED7Ak+1IGkAABAASURBVGva4Xdzt0cl2yQ1LMxhrK6bldckP0melPjfY4OgCBAgQKD7Av4fVvefkR0SIECAAIHZFtA9AQIECBAgQIAAAQIEui1wQbb32OR6SQ0Lcxira2bllcmFydOSyyWKAIFhAecECHRKwACxU4/DZggQIECAAAECBAi0I6ATAgQIECBAgMCMCfww/T4huVZSw8Lf5jhaV8vCS5MaJB6W458kigABAgQIdE5gMQPEzm3ehggQIECAAAECBAgQIECAAIEVF3BBAgQIEFieQA0Hn5JL1E8dvizHXyejdZUsHJ7UZ5+T458ligABAgQIdEbAALEzj8JGCKymgGsTIECAAAECBAgQIECAAAEC7QvosGMC/5b9PD2pQWINC/8756P1F1l4flKDxBfk+FeJIkCAAAECUxcwQJz6I7ABAgQIECCwgIC3CBAgQIAAAQIECBAgQKDvAhengWclNUisYeH/y/loXSkLz05qkPjiHLdK1CwJ6JUAAQIdEzBA7NgDsR0CBAgQIECAAIE2BHRBgAABAgQIECBAYESgBofPy1r9jcQaFv4856N1hSw8I/lp8vLk6okiQIAAgQ4LtLo1A8RWn6y+CBAgQIAAAQIECBAgQGApAr5DgAABAgRWW+CS3OBFSf1EYg0Lf5bz0fqjLNTfUaxB4qtzfu1EESBAgACBNRMwQFwzajeanoA7EyBAgAABAgQIECBAgAABAu0L6JBA7wR+lR2/NKlB4oZhYV6O1ROy8qPkdcn1E0WAAAECBFZdwABx1YndgAABAgSWLOCLBAgQIECAAAECBAgQIECgfYHfpMVXJjVIfGKONSzMYawem5XvJ29Ibpi0UzohQIAAgc4JGCB27pHYEAECBAgQIECg/wI6IECAAAECBAgQIEBgSQJH5FvXTR6X1LAwh7F6dFa+mxydbJ8oAgQITE3AjdsVMEBs99nqjAABAgQIECBAgAABAosV8HkCBAgQIECgGwKvzza2TjYMC3M6Vgdl5TvJW5ObJIoAAQIECKyYgAHiilF29UL2RYAAAQIECBAgQIAAAQIECLQvoEMCBBoVeFP62japYeE5OU6qh2bxm8k7klskigABAgQILFvAAHHZhC5AgACBVRJwWQIECBAgQIAAAQIECBAgQKB9gc3r8M352A7JhmFhTsfqgVn5avKu5NaJIkCAAAECSxYwQFwynS8SIECAAAECBCYLWCVAgAABAgQIECBAgMAqCfxDrnuzZMOwMKdjdf+snJW8L9klUQQIrJKAyxJoWcAAseWnqzcCBAgQIECAAAECBBYj4LMECBAgQIAAgb4IHJuN7pg8IKlhYQ5jdZ+sfDH5YLJboggQIECAwGYLND5A3GwHHyRAgAABAgQIECBAgAABAgR6K2DjBAgQmFmBd6fz2yT3TWpYmMNY3TMrpyYnJHdMFAECBAgQ2KSAAeImiXyAAIGpCLgpAQIECBAgQIAAAQIECBAg0L6ADldK4P250O2SDcPCnI7V3bPy2eRjyZ0SRYAAAQIENipggLhRGm8QIECAAAECSxHwHQIECBAgQIAAAQIECBCYmsDxufPtkxoWfi7HSbVPFk9KPpH8TaIILEnAlwgQaFvAALHt56s7AgQIECBAgAABApsr4HMECBAgQIAAAQLtCHw0reyRbBgW5nSsanhYQ8QaJtbnxj5ggQABAgSaFNispgwQN4vJhwgQIECAAAECBAgQIECAQFcF7IsAAQIECGxU4J/yzt7JhmFhTseqfp1p/VrT+onF+snFsQ9YIECAAIHZEzBAnL1nruM+CNgjAQIECBAgQIAAAQIECBAg0L6ADgmsncCncqu7JHslNSzMYazukJUTktOS+luKOSgCBAgQmFUBA8RZffL6JkCAAIFVEXBRAgQIECBAgAABAgQIECDQYYHPZG93S+6Y1LAwh7HaNSsfTL6Y3DdREwQsESBAoHUBA8TWn7D+CBAgQIAAAQIENkfAZwgQIECAAAECBAjMksDn0+w9kt2SGhbmMFa7ZOW9yVnJ/RNFgACBFgT0sJkCBoibCeVjBAgQIECAAAECBAgQINBFAXsiQIAAAQIEliFwer5776SGhe/LcVLdOovvSr6aPDBRBAgQIDADAgaIM/CQe9eiDRMgQIAAAQIECBAgQIAAAQLtC+iQAIEuCZyZzeyfbBgW5nSsbpGVdyTfTB6aKAIECBBoWMAAseGHqzUCBAistYD7ESBAgAABAgQIECBAgAABAr0W+Ep2f0CyYViY07G6SVbempyTHJQoAgQIEGhQwACxwYeqJQIECBAgQIDAIgV8nAABAgQIECBAgAABAsMCX8+LByc3TWpYmMNYbZeVo5PvJY9OFAEC3RewQwKbLWCAuNlUPkiAAAECBAgQIECAAIGuCdgPAQIECBAgQGBVBb6Vqz882T6pYWEOY7VNVt6QfD95XKIIECBAoAEBA8SuPUT7IUCAAAECBAgQIECAAAECBNoX0CEBAgT6JXButvvI5IZJDQtzGKvrZ+W1yY+SJyRbJIoAAQIEeipggNjTB2fbBAh0T8COCBAgQIAAAQIECBAgQIAAgfYFZrzD89P/IUkNC1+X46S6dhZfnVyYPCX540QRIECAQM8EDBB79sBslwABAgQIEFhxARckQIAAAQIECBAgQIAAgcUJ/CAff3yyYVj4u5yP1tWz8PKkBonPyPGKiSIwTQH3JkBgEQIGiIvA8lECBAgQIECAAAECBLokYC8ECBAgQIAAAQJTFvhJ7v+k5FpJDQv/N8fR2ioLL05qkPjsHK+cKAIECBDouEC3Bogdx7I9AgQIECBAgAABAgQIECBAYAUEXIIAAQIEWhP4lzT0tKQGiTUs/GXOR+svs/CCpAaJz8/xLxJFgAABAh0VMEDs6IOxLQJ9E7BfAgQIECBAgAABAgQIECBAoH0BHRLYhMBFef+ZyTWTGhb+IsfRqp9AfE4Wa5B4eI5XSRQBAgQIdEzAALFjD8R2CBAgQIDAGgu4HQECBAgQIECAAAECBAgQWGmB/8gFn5vUILGGhfU6L+fVn+TVYUkNEl+W49UStXoCrkyAAIFFCRggLorLhwkQIECAAAECBAh0RcA+CBAgQIAAAQIECHReoH4C8YXZZQ0S6ycT6ycU83JeXS6vnprUIPGVOdavQc1BESBAgMB6gen8a4A4HXd3JUCAAAECBAgQIECAAIFZFdA3AQIECBCYPYH6m4j1txFrkFh/K7H+ZuKoQv1v1U/K4o+T1yTXSxQBAgQITEmg/o/ylG7ttgTaEdAJAQIECBAgQIAAAQIECBAg0L6ADgkQWLbA/+UKL0/qpww3DAvzcqwen5V/To5MtkkUAQIECKyxgAHiGoO7HQECBAh0SsBmCBAgQIAAAQIECBAgQIAAgbUX+F1u+erkOkkNC3+Q46R6TBa/lxyVbJsstXyPAAECBBYpYIC4SDAfJ0CAAAECBAgQ6IKAPRAgQIAAAQIECBAg0IjA69LH9ZMaFp6f46Q6OIvnJm9JbpwoAgRmRkCj0xIwQJyWvPsSIECAAAECBAgQIEBgFgX0TIAAAQIECBCYLPDGLN8w2TAszOlYPSwr30rentw8UQQIECCwSgIGiKsEO0uX1SsBAgQIECBAgAABAgQIECDQvoAOCRAgsEYCx+Q+2ycPT2pYmMNYPSgrX0uOTW6VKAIECBBYYQEDxBUGdTkCBAj0SMBWCRAgQIAAAQIECBAgQIAAgfYF+trhW7PxmyYPTmpYmMNYHZCVLyfvSXZOFAECBAiskIAB4gpBugwBAgQIECBAYO0E3IkAAQIECBAgQIAAAQIzI/COdHrLZMOwMKdjtX9Wzkg+kOyaKAKNCGiDwPQEDBCnZ+/OBAgQIECAAAECBAjMmoB+CRAgQIAAAQIElirwrnxxp6SGhWfmOKnulcXTkg8nt08UAQIECCxRwABxiXAbvuZIgAABAgQIECBAgAABAgQItC+gQwIECBDojMD7spNdkhoWnp7jpNo3i59P/jHZM1EECBAgsEgBA8RFgvk4AQLNCGiEAAECBAgQIECAAAECBAgQaF9Ah+0KfCit7ZZsGBbmdKzumpXPJB9P7pwoAgQIENhMAQPEzYTyMQIECBAgQKArAvZBgAABAgQIECBAgAABAgTmBD6Sszsmd0tqWJjDWP1tVj6ZfCr5u0T1QsAmCRCYpoAB4jT13ZsAAQIECBAgQIDALAnolQABAgQIECBAgMDqCXwsl94ruUtSw8IcxmrvrJyYnJz8faIIECBAYCMCyxogbuSalgkQIECAAAECBAgQIECAAIGGBLRCgAABAgR6JPCJ7LV+4nDDsDAvx2qPrNRPLp6S436JIkCAAIERAQPEERAvCcyIgDYJECBAgAABAgQIECBAgACB9gV0SGCWBU5K8/U3EGtY+NGcT6rds1h/S/ELOd47UQQIECDwewEDxN9DOBAgQIAAgX4I2CUBAgQIECBAgAABAgQIECCwCIHP5bN3T2pYeHyOk+q2WXx/8qXkfkkHyhYIECAwXQEDxOn6uzsBAgQIECBAgMCsCOiTAAECBAgQIECAAIFpCpyWm98zuV1Sw8IcxmqnrLw7OTs5MFEECBBYvEAj3zBAbORBaoMAAQIECBAgQIAAAQIEVkfAVQkQIECAAIGmBL6Ybu6b3CapYWEOY3XLrLwz+UbykEQRIEBg5gQMEGfukWt4MBhAIECAAAECBAgQIECAAAECBNoX0CEBAgQWEjgrbz4g2TGpYWEOY3XTrLwt+XbyiEQRIEBgZgQMEGfmUWuUAAECLQjogQABAgQIECBAgAABAgQIEGhfYE07/Gru9qDkZkkNC3MYqx2yckxyXvKoRBEgQKB5AQPE5h+xBgkQIECAAAECHRCwBQIECBAgQIAAAQIECHRb4JvZ3sOSGha+OcdJdaMsvjG5IDkkUQQIjAp43YyAAWIzj1IjBAgQIECAAAECBAgQWHkBVyRAgAABAgQIzJjAOen3oKSGhW/KcVLdIIuvT36YHJooAgQINCdggNjcI91kQz5AgAABAgQIECBAgAABAgQItC+gQwIECBBYnsD38vVHJ1snNSzMYayuk5UjkguTJyd/lCgCBAg0IWCA2MRj1AQBArMhoEsCBAgQIECAAAECBAgQIECgfQEddkzg+9nP45LrJjUszGGsrpGVVyQ1SHx6jldIFAECBHotYIDY68dn8wQIECBAgEAvBGySAAECBAgQIECAAAECBPou8KM08MTkmkkNC3+T42hdNQsvSX6SPCv500TNkoBeCTQkYIDY0MPUCgECBAgQIECAAAECKyvgagQIECBAgAABAgRGBH6a109NapBYw8Jf5Xy0tszCC5P6icTn5fjniSJAgECvBGZtgNirh2OzBAgQIECAAAECBAgQIECAwJIEfIkAAQIECKy2wM9yg8OSGiS+KMdLktGqweFzs1iDxBoo1mAxLxUBAgS6L2CA2P1nZIcECKwT8A8BAgQIECBoZERXAAAQAElEQVRAgAABAgQIECDQvoAOCfRO4OfZ8bOTGiTWTxv+Z85Hq36Vaf1K0xok1k8t/vXoB7wmQIBA1wQMELv2ROyHAAECBAi0JqAfAgQIECBAgAABAgQIECDQvsB/pcXnJ9dKalj47zmO1uWz8PSkBon1dxRr6JiXjZQ2CBBoSsAAsanHqRkCBAgQIECAAAECKyfgSgQIECBAgAABAgQILFrgv/ONw5MaJNaw8N9yPlp/mIUnJz9JjkiumygCBAhMTWDSjQ0QJ6lYI0CAAAECBAgQIECAAAEC/RWwcwIECBAgQGD6Ar/OFl6W1E8Z1rCwfuowL8fq0Kz8IHl9coNEESBAoBMCBoideAw2QWBTAt4nQIAAAQIECBAgQIAAAQIE2hfQIQECDQr8Nj29KqmfSKxh4Q9zPqkOyeIFyZuSGyWKAAECUxUwQJwqv5sTIECAQPMCGiRAgAABAgQIECBAgAABAgTaF9i8Dl+bj10veWxSw8IcxuqRWTkvOSbZIVEECBCYioAB4lTY3ZQAAQIECBAgQKDrAvZHgAABAgQIECBAgACBVRI4MtfdJnlUUsPCHMbqEVn5dvK25GaJIkBglQRcdrKAAeJkF6sECBAgQIAAAQIECBAg0E8BuyZAgAABAgQI9EXgqGx0u2TDsDCnY/WQrHw9eWeyY6IIECCwJgIGiGvC7CbLE/BtAgQIECBAgAABAgQIECBAoH0BHRIgQGBmBd6Szm+S1LDwGzlOqgOz+JXk3cltEkWAAIFVFTBAXFVeFydAgMCMC2ifAAECBAgQIECAAAECBAgQaF9Ahysl8PZc6OZJDQvPznFS3S+LZybvT26bKAIECKyKgAHiqrC6KAECBAgQIECg3wJ2T4AAAQIECBAgQIAAAQJTEzgud75Vcv/kS8mkuncWv5Acn+yeKAJLEvAlAhsTMEDcmIx1AgQIECBAgAABAgQI9E/AjgkQIECAAAECBNoReE9a2Tm5T1LDwhzG6h5ZOSX5SLJHoggQILAiAgaIK8K4mhdxbQIECBAgQIAAAQIECBAgQKB9AR0SIECAAIGNCnwg7+ya7JfUsDCHsfr7rJycnJjsnSgCBAgsS8AAcVl8vkyAAIEFBLxFgAABAgQIECBAgAABAgQItC+gQwJrJ/Dh3OoOyYZhYU7H6u+y8qnkk8ldEkWAAIElCRggLonNlwgQIECAAIGWBfRGgAABAgQIECBAgAABAgQ6LPCP2dudkhoWfjrHSXXnLP5T8pnkbomaIGCJAIGNCxggbtzGOwQIECBAgAABAgQI9EvAbgkQIECAAAECBAjMksDH02wNCit1npdjtWdWPpp8Ptk3UQQIENgsgY4PEDerBx8iQIAAAQIECBAgQIAAAQIEei1g8wQIECBAgMAyBOqnEOunEeunEuunEydd6vZZrF+BenqO90oUAQIEFhQwQFyQx5sECCxZwBcJECBAgAABAgQIECBAgACB9gV0SIBAlwROzmbq7yPW30msYWFejtXtsvKB5Mxk/0QRIEBgooAB4kQWiwQIECBAYHYFdE6AAAECBAgQIECAAAECBAj0WuCU7H6/ZNekhoU5jNVtsvKe5MvJAYkiQIDAPAEDxHkcXhAgQIAAAQIECBDorYCNEyBAgAABAgQIECBAYFjgC3lxn2TnpIaFOYzVrbJybPK15MGJIkCg+wJrskMDxDVhdhMCBAgQIECAAAECBAgQILAxAesECBAgQIAAgVUV+FKufv+khoXH5Tipbp7Ff0i+lTw8UQQIzLiAAeKM/weg/VUScFkCBAgQIECAAAECBAgQIECgfQEdEiBAoF8CZ2e7ByY1LHx7jpPqxll8c3JucnCiCBCYUQEDxBl98NomQIAAgckCVgkQIECAAAECBAgQIECAAIH2BWa8w2+k/4ckN0nekkyqbbN4VHJ+8phEESAwYwIGiDP2wLVLgAABAgQIEGhUQFsECBAgQIAAAQIECBAgsDiBb+fjj0i2S2pYmMNYbZ2VI5MfJI9PFIFpC7j/GgkYIK4RtNsQIECAAAECBAgQIECAwCQBawQIECBAgAABAlMWOC/3f1SyTVLDwhzG6rpZeU3y4+RJyR8migCBhgUMEBt+uFNrzY0JECBAgAABAgQIECBAgACB9gV0SIAAAQKtCVyQhh6bXC+pYWEOY3WtrLwy+UnytORyiSJAoEEBA8QGH6qWCBAgsFQB3yNAgAABAgQIECBAgAABAgTaF9AhgU0I/DDvPyGpYeGrcvxtMlpXy8JLkwuTZyZ/kigCBBoSMEBs6GFqhQABAgQIEJhZAY0TIECAAAECBAgQIECAAIGVFqjh4JNz0WsmL0t+nYzWVbLwoqQ++5wc/yxRqyfgygTWTMAAcc2o3YgAAQIECBAgQIAAAQKjAl4TIECAAAECBAgQ6LzAv2WHT0/qJxIPz/F/ktH6iyw8P6lB4gty/KtEESDQYwEDxJV+eK5HgAABAgQIECBAgAABAgQItC+gQwIECBAgMHsC/56Wn5XUTyTWsPC/cj5aV8rCs5MaJL44x6smigCBHgoYIPbwodkyAQKrI+CqBAgQIECAAAECBAgQIECAQPsCOiRAYNkC/5krPC+pQWINC3+e89G6QhaekfwkeXlyjUQRINAjAQPEHj0sWyVAgAABAgQmClgkQIAAAQIECBAgQIAAAQIE1l7gktyy/v5hDRIPy/nPktH64yw8JalB4qtzvHay1PI9AgTWUMAAcQ2x3YoAAQIECBAgQIAAgWEB5wQIECBAgAABAgQINCDwq/TwkqQGiU/N8afJaG2RhSckP0pel1w/UQQIdFhgZQeIHW7U1ggQIECAAAECBAgQIECAAIEVEnAZAgQIECBAgMC4wG+y9IqkBolPzLGGhTmM1WOz8v3kDckNE0WAQAcFDBA7+FBsicA0BNyTAAECBAgQIECAAAECBAgQaF9AhwQIEFgjgSNyn+smj0tqWJjDWD06K99Njk62TxQBAh0SMEDs0MOwFQIECBAgsAQBXyFAgAABAgQIECBAgAABAgTaF+hrh6/PxrdOalj4vRwn1UFZ/E7y1uSmiSJAoAMCBogdeAi2QIAAAQIECBAgMIsCeiZAgAABAgQIECBAgMDMCLwpnd4oqWHhOTlOqodm8RvJO5JbJopAIwL9bMMAsZ/Pza4JECBAgAABAgQIECBAYFoC7kuAAAECBAgQILBUgTfnizskD0u+mUyqB2bx7ORdya0TRYDAFAQMEKeA7pbdE7AjAgQIECBAgAABAgQIECBAoH0BHRIgQIBAZwTelp3cLHlQ8tVkUt0/i2cl70t2SRQBAmsoYIC4hthuRYAAAQIrLuCCBAgQIECAAAECBAgQIECAQPsCOmxX4J1pbcfkAUkNC3MYq/tk5YvJB5PdEkWAwBoIGCCuAbJbECBAgAABAgQIjAp4TYAAAQIECBAgQIAAAQIE5gTenbPbJPdNaliYw1jdMyunJickd0xULwRssq8CBoh9fXL2TYAAAQIECBAgQIAAgWkIuCcBAgQIECBAgACB1RN4fy59u6SGhaflOKnunsXPJh9L9koUAQKrIGCAuAqofbuk/RIgQIAAAQIECBAgQIAAAQLtC+iQAAECBAj0SOD47HX3pIaFn8txUu2TxU8nn0j+NlEECKyggAHiCmK6FAECBNZYwO0IECBAgAABAgQIECBAgACB9gV0SGCWBT6a5vdI7pqclEyqv8nix5N6v4aKOVUECCxXwABxuYK+T4AAAQIECBBYtIAvECBAgAABAgQIECBAgAABAosQODGf3TupnzSsnzjM6VjdKSv1a03rJxbrJxfzctrl/gT6K2CA2N9nZ+cECBAgQIAAAQIECKy1gPsRIECAAAECBAgQIDBNgU/m5ndJ6m8f1rAwp2N1h6yckJya1N9SzEERILBYgZkfIC4WzOcJECBAgAABAgQIECBAgACB/gnYMQECBAgQINCUwGfSzd2SOyYfSSbVbln8YPLF5L6JIkBgEQIGiIvA8lECBDolYDMECBAgQIAAAQIECBAgQIBA+wI6JECAwEICn8+b+yY1LPxQjpNqlyy+NzkreUCiCBDYDAEDxM1A8hECBAgQIEBgJQVciwABAgQIECBAgAABAgQIEGhfYE07PD13u1dSw8L35Tipbp3F45KvJg9KFAECCwgYIC6A4y0CBAgQIECAAAECBIYEnBIgQIAAAQIECBAgQKDbAmdme/snOyXvSibVLbL49uSbyUMTRYDAqEBeGyAGQREgQIAAAQIECBAgQIAAgZYF9EaAAAECBAgQmDGBL6ffA5JbJu9IJtVNsvjW5JzkoEQRIDAkYIA4hOGUQI8EbJUAAQIECBAgQIAAAQIECBBoX0CHBAgQILA8ga/l6w9ObprUsDCHsdouK0cn300enSgCBCJggBgERYAAAQIE1k7AnQgQIECAAAECBAgQIECAAIH2BXTYMYFvZT8PT7ZPjkkm1Q2z+Ibk+8njEkVgpgUMEGf68WueAAECBAgQIEBgswV8kAABAgQIECBAgAABAgT6LnBuGjg4qWHhG3OcVNfP4muTHyVPTLZI1CwJ6HWdgAHiOgb/ECBAgAABAgQIECBAgECrAvoiQIAAAQIECBAgMCJwfl4/Jqlh4etynFTXzuKrkguTpyZ/nCgCMyNggDgzj7qpRjVDgAABAgQIECBAgAABAgQItC+gQwIECBAgsNoCP8gNHp9cJ3l1cmkyWlfPwsuSGiQ+I8crJopA8wIGiM0/Yg0SIECgSwL2QoAAAQIECBAgQIAAAQIECLQvoEMCvRP4cXb8pOSaycuT/0tGa6ssvDipQeKzc7xyogg0K2CA2Oyj1RgBAgQIECBAYAUFXIoAAQIECBAgQIAAAQIECLQv8C9p8WlJDRJrWPjLnI/WX2bhBclPkucn9TqHRkobBH4vYID4ewgHAgQIECBAgAABAgQItCigJwIECBAgQIAAAQIEFi1wUb7xzKQGiS/M8RfJaP1ZFp6T1CDx8ByvkigCzQgYIPbvUdoxAQIECBAgQIAAAQIECBAg0L6ADgkQIECAAIHpC/xHtlBDwhokPjfn9TqHefUneXVYUr/atP5W4tVyrgj0XsAAsfePUAMECPRHwE4JECBAgAABAgQIECBAgACB9gV0SIBAgwL1E4j1a0trkFg/mVg/oTja5uWy8NSkBomvzPFaiSLQWwEDxN4+OhsnQIAAAQIE1kzAjQgQIECAAAECBAgQIECAAIH2BTbd4S/zkRcnNRx8Wo7/moxWzV2elMUfJ69JrpcoAr0TqP+Qe7dpGyZAgAABAgQIECBAgMDmCPgMAQIECBAgQIAAAQIEVkHgf3PNlyf1E4k1LKy/g5iXY/X4rPxzcmSyTaII9EagbwPE3sDaKAECBAgQIECAAAECBAgQILBkAV8kQIAAAQIECPRB4HfZ5KuTayc1LPxBjpPqMVn8XnJUsl2iCHRewACx84/IBgm0IqAPAgQIECBAqVa3SAAAEABJREFUgAABAgQIECBAoH0BHRIgQGBmBV6Xzq+fHJKcn0yqg7N4TvKW5MaJItBZAQPEzj4aGyNAgAABAh0RsA0CBAgQIECAAAECBAgQIECgfQEdrpTAG3KhGyaPTM5NJtXDsvit5O3JzRNFoHMCBoideyQ2RIAAAQIECBAgQGBlBFyFAAECBAgQIECAAAECBKYmcHTuvH3y8KSGhTmM1YOy8rXk2ORWiSKwJIHV+JIB4mqouiYBAgQIECBAgAABAgQIEFi6gG8SIECAAAECBAi0I/DWtHLT5MHJ15NJdUAWv5y8J9k5UQSmLmCAOPVHYAOzIaBLAgQIECBAgAABAgQIECBAoH0BHRIgQIAAgY0KvCPv3CKpYeFXcpxU+2fxjOQDya6JIjA1AQPEqdG7MQECBAj0QsAmCRAgQIAAAQIECBAgQIAAgfYFdEhg7QTelVvdOqlh4Zk5Tqp7ZfG05MPJHRJFYM0FDBDXnNwNCRAgQIAAAQIE1kLAPQgQIECAAAECBAgQIECAQIcF3pe97ZLcOzk9mVT7ZvFzyT8meyZqgoCl1REwQFwdV1clQIAAAQIECBAgQIAAgaUJ+BYBAgQIECBAgACBWRL4YJrdLblH8vlkUt01i59JPp7cOVEEVl3AAHHVid1gMGBAgAABAgQIECBAgAABAgQItC+gQwIECBAgQGAZAifku3dM7pbUsDCHsfrbrHwy+VTyd4kisGoCBoirRuvCBAgQaEBACwQIECBAgAABAgQIECBAgED7AjokQKBLAh/LZvZK7pLUoDCHsdo7KycmJyd/nygCKy5ggLjipC5IgAABAgQIEJi+gB0QIECAAAECBAgQIECAAAECvRb4RHb/N0kNC/8px0m1RxY/kpyS7JcoAismYIC4YpQuRIAAAQIECBAgQIAAgWULuAABAgQIECBAgAABAgSGBU7Ki32SPZKPJpNq9yx+KPlCcp9EEVi2gAHisgk3dQHvEyBAgAABAgQIECBAgAABAu0L6JAAAQIECBAgsKoCn8vV757cPjk+mVS3zeL7ki8l90sUgSULGCAumc4XCRBoXkCDBAgQIECAAAECBAgQIECAQPsCOiRAgEC/BE7Ndu+Z3C55fzKpdsriu5OzkwMTRWDRAgaIiybzBQIECBAgQKDrAvZHgAABAgQIECBAgAABAgQItC8w4x1+Mf3fN7lNUsPCHMbqlll5Z/L15CGJIrDZAgaIm03lgwQIECBAgAABAgQIrLKAyxMgQIAAAQIECBAgQIDA4gTOyscfkOyYHJtMqptl8W3Jt5NHJIrAJgVWeYC4yfv7AAECBAgQIECAAAECBAgQINB7AQ0QIECAAAECBAhMWeCruf8DkxoW/kOOk2qHLB6TnJc8KlEENipggLhRGm8QmHEB7RMgQIAAAQIECBAgQIAAAQLtC+iQAAECBFoT+GYaemhSw8I35zipbpTFNyYXJI9NFIExAQPEMRILBAgQIECg3wJ2T4AAAQIECBAgQIAAAQIECLQvoEMCmxA4J+8flGybvCmZVDfI4uuSHyaHJn2orbPJeyXPServO34+x/qJyn/P8VfJ736fOq+1eq8+U5+t79R36xr5mFpIwABxIR3vESBAgAABAgQIEFg7AXciQIAAAQIECBAgQIAAAQIrLfDdXPDRSQ3NXp/jpLpOFo9ILkyenPxR0pW6djZSg9D35fjT5PzkA8nzkwOT2yf1E5Vb5nj5ZIvfp85rrd6rz9Rn6zv13bpGXauuWdeue+Rra1a9uJEBYi8ek00SIECAAAECBAgQIECAQHcF7IwAAQIECBAgQIBA5wW+nx0+LrluUsPCHMbqGll5RfKT5OnJFZJp1F/mpock9ZODP8rx6OQ+ydWTlaq6Vl2zrl33qHvVPeveK3WPXl/HALHXj8/mV03AhQkQIECAAAECBAgQIECAAIH2BXRIgAABAgRmT6CGZU9M29dMXpn8Jhmtv87CS5IaJD4rxysla1E75SZvSS5O6qcl6ycHc7omVfeqe9a9aw+1lzW5cVdvYoDY1SdjXwQIECCwJAFfIkCAAAECBAgQIECAAAECBNoX0CEBAssWqF/h+ZRcpQaJL82x/mZgDvOqfgXoC7NSg8Tn5fjnyWrUrrnoh5MvJQ9L6teQ5jBeV7rSlQZ77LHH4NBDDx0cddRRg0996lODb3/724Of/exng1/+8peD3/3ud+tS57VW79Vn6rP1nfpuXWP8ynMrde/aQ+2l9rTb3DszdmKAOGMPXLsECBAgQIAAgY4K2BYBAgQIECBAgAABAgQIECCw9gI/yy2fkVwreVFySTJaNTh8bhbrbyTWZ2qwmJdLquEvbZ0XxyanJfsmE2vXXXcdvOhFLxqcccYZg1/84heDk08+eXDEEUcMDj744MHee+892GGHHQZbbbXV4ApXuMJgiy22WJc6r7V6rz5Tn63v1HfrGnWtumZde+JN1y/um8OpSe2x9prT2SkDxNl51jolQIAAAQIECBAgQIDAKgi4JAECBAgQIECAAAECDQjUr+58dvqoQWL9tOH/y/lo/WkWnpnUILF+xWn9qtO8XFLV31j8Xr55QDJW22677bqh4fnnnz847bTTBs985jMHO++889jnlrpQ16pr1rXrHjVMrHtu5Hq1x9pr7XkjH2lv2QCxvWe6/I5cgQABAgQIECBAgAABAgQIEGhfQIcECBAgQIAAgXGBGhw+P8v1q03r7x/WYDEv59Xl86qGaTVIfEXO67M5bFbdIp/6fFIDyC1ynFf1K0Y/9KEPDc4999x1Q8Ott179H/yre9Qwse5Z9649zNvU+he119rz5/Oyesih7TJAbPv56o4AgRkT0C4BAgQIECBAgAABAgQIECDQvoAOCRAgsAYC/517HJ7UcLCGhf+W89H6wyw8Oam/kXhEjtdNFqqD8ubZye2TeVW/SvRjH/vYul9Put9++817by1f1L3r15zWXmpPE+5de68eqpcJb7ezZIDYzrPUCQECBAgQINBfATsnQIAAAQIECBAgQIAAAQIE2hfoY4e/zqZfltQg8Sk5XphMqkOz+IPk9cmkHxt8TdaPTuon+XJYX1tuueXg6KOPXvdrSvfZZ5/1ix34t/ZSv9609lZ7HNlS9VC9VE8jb7Xz0gCxnWepEwIECBAgQIAAAQIE1lzADQkQIECAAAECBAgQIDATAr9Nl69M6m8kPiHHHyaT6pAsnp+8KblR8sfJh5PHJ/PqgAMOGJxzzjmDgw7q7g/z1d5qj7XXeZtf/6J6qt6qx/UrDf1rgDj6ML0mQIAAAQIECBAgQIAAAQIE2hfQIQECBAgQIECAwFIF6ifvrpcvPza5IJlUj8ziecmPkn2TeVU/2XfssccOttpqq3nrXXxRe6y91p4n7K96Oynrf5U0VQaITT1OzRCYbQHdEyBAgAABAgQIECBAgAABAu0L6JAAAQIEOiNwZHayTfKo5LvJpLra8OK22247OOOMMzr9U4fD+x0+r59GrL1XD8PrOa+/i3hijk0NEQ0Q80QVAQIECBAgMFUBNydAgAABAgQIECBAgAABAgTaF9BhuwJHpbVtk0ck30km1p577jk49dRTBzvvvPPE9/uwWHuvHqqXkf3uktdN/TpTA8Q8UUWAAAECBAgQIECAwFIEfIcAAQIECBAgQIAAAQIECMwJvCVnN07OTubV3e9+98FJJ53Ui19ZOm/jE17UrzStXqqnkbfrJxHfP7LW25fzB4i9bcPGCRAgQIAAAQIECBAgQIAAgc0W8EECBAgQIECAAAECqyNQfx9xx+FL16DthBNOGGyxxRbDy70+32KLLQbVU/U20kj9TcQyGFnu30sDxP49MzsmMFHAIgECBAgQIECAAAECBAgQINC+gA4JECBAgECHBQ7K3h6fzFX9qs8Pf7h+s+fcUlMn1Vv1ONJUGZTFyHK/Xhog9ut52S0BAgQItCegIwIECBAgQIAAAQIECBAgQKB9AR0SaF3gFmmw/hZiDutr2223Hbz3ve9t6icP13d22b9bbLHFuh6r18tW152VRZmse9HHfwwQ+/jU7JkAAQIECBAgQKADArZAgAABAgQIECBAgAABAgQI/F7gtTnO+x2l73jHO5r4m4eDQTpboLbaaqtB9TrykbIok5Hl/rw0QOzPs7JTAgQIECBAgAABAgQIEFgJAdcgQIAAAQIECBAgQGAlBZ6ei90+maujjz56sPPOO8+9bv2keq2eR/osk7IZWe7HSwPEfjwnu9yEgLcJECBAgAABAgQIECBAgACB9gV0SIAAAQIECHROYOvs6MXJXB1wwAGDgw7q/Z8AnOtnc0+q5+p95PNlU0Yjy91/aYDY/WdkhwQIEGhZQG8ECBAgQIAAAQIECBAgQIBA+wI6JECgXYHnpbX6dZ05DAZbbrnl4NWvfvW681n8p3ovg6Hey6aMhpb6cWqA2I/nZJcECBAgQIAAgY4J2A4BAgQIECBAgAABAgQIECDQvsCCHe6Wdw9I5urFL37xoP4m4NzCjJ1U72Uw0nYZ7Tqy1vmXBoidf0Q2SIAAAQIECBAgQIAAgRUUcCkCBAgQIECAAAECBAisjMCThi+z6667zuSvLh02qPP6VaZlUedDefLQeS9ODRB78ZgW3qR3CRAgQIAAAQIECBAgQIAAgfYFdEiAAAECBAgQ6JDATtnLvslcPeMZz5g7n/WTCRZlVWa9oTFA7M2jslECBBoU0BIBAgQIECBAgAABAgQIECDQvoAOCRAg0KLAwcNN7bHHHoN99tlneGmmz8uiTEYQ5pmNvNe5lwaInXskNkSAAAECBAh0X8AOCRAgQIAAAQIECBAgQIAAgfYFdLgRgb/M+kOTuTrkkEPmzp2sF5hgUmZlt/4DHf/XALHjD8j2CBAgQIAAAQIECBBYQQGXIkCAAAECBAgQIECAAIHlCjwgF9giWVfbbrvtYL/99lt37p/LBMqkbC5bGZRZ2Q0tdfe09wPE7tLaGQECBAgQIECAAAECBAgQILBSAq5DgAABAgQIECDQGYF7D+/kwAMPHH7pfEhggs08u6GPdu7UALFzj8SGCMyMgEYJECBAgAABAgQIECBAgACB9gV0SIAAAQJtCVw77dw+mav9999/7tzJfIEJNmVXhvM/2MFXBogdfCi2RIAAAQIEui1gdwQIECBAgAABAgQIECBAgED7AjokMFHgLsOru+6662DrrbceXnI+JFA2ZTS0VKfzDGuhizFA7OJTsScCBAgQIECAAAECqyHgmgQIECBAgAABAgQIECBAYHkCdxr++l3u0otZ2PCW1/x8gtE8w1XZ0Apc1ABxBRBdggABAgQIECBAgAABAgQIrKaAaxMgQIAAAQIECBDoiMDuw/vYa6+9hl86nyAwwWie4YSvdGLJALETj8EmZlBAywQIECBAgAABAgQIECBAgED7AjokQIAAAQItCdTvKr36hoaudKUrDXbeeecNLx03IlBGZTX0dhmW5dBS97Aq578AABAASURBVE4NELv3TOyIAAECBDotYHMECBAgQIAAAQIECBAgQIBA+wI6JEBggsAth9d22mmn4ZfOFxCYYDXPcoGvTu0tA8Sp0bsxAQIECBAgQIDAmgq4GQECBAgQIECAAAECBAgQILAcgR2Gv3zzm998+GV3zju4kwlW8yw7uOWBAWIXn4o9ESBAgAABAgQIECBAgMCcgBMCBAgQIECAAAECBDohsM3wLrbbbrvhl84XEJhgNc9yga9O7S0DxKnRz/SNNU+AAAECBAgQIECAAAECBAi0L6BDAgQIECBAoC2B6w63c4Mb3GD4pfMFBCZYzbNc4KtTe8sAcWr0bkyAAIE+CtgzAQIECBAgQIAAAQIECBAg0L6ADgkQIDBR4GrDq9e85jWHXzpfQGCC1TzLBb46tbcMEKdG78YECBAgQIAAgTUUcCsCBAgQIECAAAECBAgQIECgfYHV7XDL4ctvtdVWwy+dLyAwwWqe5QJfndpbBohTo3djAgQIECBAgAABAgQIbFrAJwgQIECAAAECBAgQINARgSsN7+PKV77y8EvnCwhMsJpnucBXp/aWAeLa07sjAQIECBAgQIAAAQIECBAg0L6ADgkQIECAAAECrQlcbrihy1/+8sMvnS8gMMFqnuUCX53aWwaIU6N3YwIE+idgxwQIECBAgAABAgQIECBAgED7AjokQIAAAQIEDBD9N0CAAAECBAi0L6BDAgQIECBAgAABAgQIECBAoH0BHa62wP8O3+DXv/718EvnCwhMsJpnucBXp/aWAeLU6N2YAAECBAgQIECAAIFNCXifAAECBAgQIECAAAECBDojcMnwTn7xi18Mv3S+gMAEq3mWC3x1am+t9QBxao26MQECBAgQIECAAAECBAgQILBmAm5EgAABAgQIECDQnsDFwy1ddNFFwy+dLyAwwWqe5QJfndpbBohTo3djAn0TsF8CBAgQIECAAAECBAgQIECgfQEdEiBAgACBjQr86/A7F1544fBL5wsITLCaZ7nAV6f2lgHi1OjdmAABAgQIrJGA2xAgQIAAAQIECBAgQIAAAQLtC+iQwOoL/HD4Ft///veHXzpfQGCC1TzLBb46tbcMEKdG78YECBAgQIAAAQIEFhbwLgECBAgQIECAAAECBAgQ6JDA+cN7Offcc4dfOl9AYILVPMsFvjq1twwQp0bvxgQIECBAgAABAgQIECDQqIC2CBAgQIAAAQIECLQo8J3hpr7+9a8Pv3S+gMAEq3mWC3x1am8ZIE6N3o37JWC3BAgQIECAAAECBAgQIECAQPsCOiRAgAABAgQWEPjq8HtnnXXW8EvnCwhMsJpnucBXp/aWAeLU6N2YAAECBNZEwE0IECBAgAABAgQIECBAgACB9gV0SIDAWghckJv8S7KuLrnkksGZZ5657tw/Gxcoo7Ia+kQZluXQUvdODRC790zsiAABAgQIECBAYDAYQCBAgAABAgQIECBAgAABAgQ6J3Dq8I5OOumk4ZdLOm/9SxOM5hl2tX8DxK4+GfsiQIAAAQIECBAgQIBAPwXsmgABAgQIECBAgACBdgU+M9zaxz/+8eGXzicITDCaZzjhK51YMkDsxGPo+ibsjwABAgQIECBAgAABAgQIEGhfQIcECBAgQIAAgU0KzJsYnn766YMLLuj8b+PcZFOr9YGyKaOR688zHHmvMy8NEDvzKGyEAAECqyDgkgQIECBAgAABAgQIECBAgED7AjokQIDA2gn8OLc6JZmr9773vXPnTuYLTLApuzKc/8EOvjJA7OBDsSUCBAgQIECAAAECBAgQIECAAAECBAgQIECgfYGedviB4X0fe+yxwy+dDwlMsJlnN/TRzp0aIHbukdgQAQIECBAgQIAAAQI9FrB1AgQIECBAgAABAgQItC7wrjR4abKuzjvvvMHxxx+/7tw/lwmUSdlctjIos7IbWuruqQHiJp+NDxAgQIAAAQIECBAgQIAAAQLtC+iQAAECBAgQIEBgMwX+I597WzJXRx555Ny5k/UCE0zKrOzWf6Dj/xogdvwB2R4BAssQ8FUCBAgQIECAAAECBAgQIECgfQEdEiBAgMA0BI4evulnP/vZwYknnji8NNPnZVEmIwjzzEbe69xLA8TOPRIbIkCAAAECBAgQIECAAAECBAgQIECAAAEC7QvosNcCZ2X3JyRz9ZKXvGTufNZPJliUVZn1hsYAsTePykYJECBAgAABAgQIdF7ABgkQIECAAAECBAgQIEBgdgReOdzq6aefPjjmmGOGl2byvAzKYqT5V4287vzLTQwQO79/GyRAgAABAgQIECBAgAABAgSWLeACBAgQIECAAAECBBYtcHq+cVwyV4cddtjgoosumns9ayfVexmM9F1Gp42sdf6lAWLnH5ENEliigK8RIECAAAECBAgQIECAAAEC7QvokAABAgQITFfgebn9pcm6uvjiiwdPfOIT153P4j/VexkM9V42ZTS01I9TA8R+PCe7JECAAIEZEtAqAQIECBAgQIAAAQIECBAg0L6ADgk0InBB+jgsmavjjjtuJn+Vaf3q0up9DmL9SdmU0fpXPfrXALFHD8tWCRAgQIAAAQIEOi1gcwQIECBAgAABAgQIECBAYBYFXpqmT0nm6uCDDx6ceeaZc68bOxlrp3qtnkfeKJOyGVnux0sDxH48J7skQIAAAQIECBAgQIAAgVUTcGECBAgQIECAAAECBJYp8Ph8v35dZw7r60EPetBM/D3E+ruH1ev6ruf+LYsymVvo24kBYt+emP1unoBPESBAgAABAgQIECBAgAABAu0L6JAAAQIECBDoisDXspFHJnN13nnnDfbff//BpZfWLG1uuamT6q16rF5HGiuLMhlZ7s9LA8T+PCs7JUCAwEwIaJIAAQIECBAgQIAAAQIECBBoX0CHBAg0KXBMunptMlcnn3zy4B73uMfc69ZOqrfqcaSvMiiLkeV+vTRA7NfzslsCBAgQIECAQFcF7IsAAQIECBAgQIAAAQIECBBoX2BTHR6aD5yQzNVHPvKRwb777tvUTyLWTx5WT9XbXKPrT6r3Mlj/qsf/GiD2+OHZOgECBAgQIECAAAECBJYv4AoECBAgQIAAAQIECBBYUYH75GqnJHNVg7a99tqrib+JWH/zsHqpnuYaXH9SPVfv61/1/F8DxJ4/wInbt0iAAAECBAgQIECAAAECBAi0L6BDAgQIECBAgEA3Bf4v26rfW3pGjnNVv+pz9913H5x55plza307qb1XD9XLyN6r1+q5eh95q58vDRD7+dzsmgCBRgW0RYAAAQIECBAgQIAAAQIECLQvoEMCBAjMgMDP0+M+Sf1UXg7r67zzzhvssssug2OO6d+fCKw9196rh/XdzP1bPVav1fPcYt9PDBD7/gTtnwABAgQIEOiCgD0QIECAAAECBAgQIECAAAEC7QvocHECNVDbK1+pvwuYw2V18MEHDw488MBe/ErT+pWltdfa82UdzJ1Vb9Vj9Tq32MKJAWILT1EPBAgQIECAAAECBAgsUcDXCBAgQIAAAQIECBAgQGAVBepXetav9nzt6D2OO+64wfbbb9/pn0asnzqsPdZeR/ef19VT9VY95mVb1d4Asa3noxsCBAgQIECAAAECBAgQIEBgkoA1AgQIECBAgACBPgkcms0enFyazNXFF188qJ/s22233QYnnnji3Pq0T2ovtafaW+1xZD/VQ/VSPY281c5LA8R2nqVOCPReQAMECBAgQIAAAQIECBAgQIBA+wI6JECAAIGZFag/fLhjuq+/GZjDZXX66acP7nrXuw723HPPwfHHH3/ZG2t8VveuPdReak8Tbl97rx6qlwlvt7NkgNjOs9QJAQIECBCYloD7EiBAgAABAgQIECBAgAABAu0L6JDASgh8LRe5Q/KMpH6SL4fL6rOf/ezgnve852C77bYbHH744YMLLrjgsjdX6azuUfeqe9a9aw8TblV7rT3X3quHCR9pa8kAsa3nqRsCBAgQIECAAAECixDwUQIECBAgQIAAAQIECBAgMBWBl+auN0yOS8bqvPPOGzzrWc8abLPNNoP6VaI14DvzzDPHPrfUhbpWXbOuXfeoe9U9N3K92mPttfa8kY90fXnx+zNAXLyZbxAgQIAAAQIECBAgQIAAgekKuDsBAgQIECBAgACB/gvUjxcemDZ2T05IJlb9KtEa8O2yyy6DK1/5yut+zekTnvCEwdFHHz349Kc/PfjOd74zuOiiiwa/+tWvBpdeeum61Hmt1Xv1mfpsfad+PWldo65V16xrT7zp+sXa0245rT3WXnM6O2WAODvPWqcdF7A9AgQIECBAgAABAgQIECBAoH0BHRIgQIAAAQJjAqdl5R7JbZK3JvXrQnMYr0suuWRQv2L0Na95zeCRj3zk4M53vvPgxje+8eCqV73q4IpXvOLgD/7gD9alzmut3qvP1GfrO/Xdusb4ledW6t61h9pL7en0uXdm7MQAccYeuHYJECBAYMUFXJAAAQIECBAgQIAAAQIECBBoX0CHBAisvsBZucXDky2TxyanJGtVda+6Z9279lB7Wat7d/I+BoidfCw2RYAAAQIECBAgsPoC7kCAAAECBAgQIECAAAECBAh0UOA/sqcjkzsk10kOTt6f/EuyhJr4lbpWXbOuXfeoe9U9694TvzBriwaIs/bE9UuAAAECBAgQIECAAIG+C9g/AQIECBAgQIAAAQKzIvDjNHpMct/kGsk2yb2T5ybHJvWTg9/N8eLk10n9CtJKnddavVefqc/Wd+q7dY26Vl2zrl33yFfVsIAB4rCG86kJuDEBAgQIECBAgAABAgQIECDQvoAOCRAgQIAAAQLLFLgg3/9g8oLkgUn95OC2OV4luUJSc69KnddavVefqc/Wd+q7dY18VC0kUIgLve89AgQIECCwkID3CBAgQIAAAQIECBAgQIAAgfYFdEiAAAECMyZggDhjD1y7BAgQIECAAIH1Av4lQIAAAQIECBAgQIAAAQIE2hfQIYGlCRggLs3NtwgQIECAAAECBAgQIDAdAXclQIAAAQIECBAgQIAAAQKrLGCAuMrAm3N5nyFAgAABAgQIECBAgAABAgTaF9AhAQIECBAgQIAAgb4IGCD25UnZJwECXRSwJwIECBAgQIAAAQIECBAgQKB9AR0SIECAAIGZEzBAnLlHrmECBAgQIEBgMGBAgAABAgQIECBAgAABAgQItC+gQwIElipggLhUOd8jQIAAAQIECBAgQGDtBdyRAAECBAgQIECAAAECBAgQWHWBqQ8QV71DNyBAgAABAgQIECBAgAABAgSmLmADBAgQIECAAAECBAj0R8AAsT/Pyk4JdE3AfggQIECAAAECBAgQIECAAIH2BXRIgAABAgQIzKCAAeIMPnQtEyBAgMCsC+ifAAECBAgQIECAAAECBAgQaF9AhwQIEFi6gAHi0u18kwABAgQIECBAgMDaCrgbAQIECBAgQIAAAQIECBC3tGXxAAAEZElEQVQg0L5ABzo0QOzAQ7AFAgQIECBAgAABAgQIEGhbQHcECBAgQIAAAQIECBDok4ABYp+elr12ScBeCBAgQIAAAQIECBAgQIAAgfYFdEiAAAECBAgQmEkBA8SZfOyaJkCAwCwL6J0AAQIECBAgQIAAAQIECBBoX0CHBAgQILAcAQPE5ej5LgECBAgQIECAwNoJuBMBAgQIECBAgAABAgQIECDQvoAOOyFggNiJx2ATBAgQIECAAAECBAgQaFdAZwQIECBAgAABAgQIECDQLwEDxH49r67s1j4IECBAgAABAgQIECBAgACB9gV0SIAAAQIECBAgMKMCBogz+uC1TYDArAromwABAgQIECBAgAABAgQIEGhfQIcECBAgQGB5AgaIy/PzbQIECBAgQIDA2gi4CwECBAgQIECAAAECBAgQINC+gA4JdETAALEjD8I2CBAgQIAAAQIECBBoU0BXBAgQIECAAAECBAgQIECgbwIGiIt/Yr5BgAABAgQIECBAgAABAgQItC+gQwIECBAgQIAAAQIzK2CAOLOPXuMEZlFAzwQIECBAgAABAgQIECBAgED7AjokQIAAAQIElitggLhcQd8nQIAAAQIEVl/AHQgQIECAAAECBAgQIECAAIH2BXRIgEBnBAwQO/MobIQAAQIECBAgQIBAewI6IkCAAAECBAgQIECAAAECBPonsNgBYv86tGMCBAgQIECAAAECBAgQIEBgsQI+T4AAAQIECBAgQIDADAsYIM7ww9f6rAnolwABAgQIECBAgAABAgQIEGhfQIcECBAgQIAAgeULGCAu39AVCBAgQIDA6gq4OgECBAgQIECAAAECBAgQINC+gA4JECDQIQEDxA49DFshQIAAAQIECBBoS0A3BAgQIECAAAECBAgQIECAQPsCLXZogNjiU9UTAQIECBAgQIAAAQIECCxHwHcJECBAgAABAgQIECAw0wIGiDP9+Gepeb0SIECAAAECBAgQIECAAAEC7QvokAABAgQIECBAYCUEDBBXQtE1CBAgQGD1BFyZAAECBAgQIECAAAECBAgQaF9AhwQIECDQKQEDxE49DpshQIAAAQIECLQjoBMCBAgQIECAAAECBAgQIECgfQEdtilggNjmc9UVAQIECBAgQIAAAQIElirgewQIECBAgAABAgQIECAw4wIGiDPxH4AmCRAgQIAAAQIECBAgQIAAgfYFdEiAAAECBAgQIEBgZQQMEFfG0VUIECCwOgKuSoAAAQIECBAgQIAAAQIECLQvoEMCBAgQINAxAQPEjj0Q2yFAgAABAgTaENAFAQIECBAgQIAAAQIECBAg0L6ADgm0KmCA2OqT1RcBAgQIECBAgAABAksR8B0CBAgQIECAAAECBAgQIDDzAjMwQJz5ZwyAAAECBAgQIECAAAECBAjMgIAWCRAgQIAAAQIECBBYKQEDxJWSdB0CBFZewBUJECBAgAABAgQIECBAgACB9gV0SIAAAQIECHRO4P8DAAD//yfA3PwAAAAGSURBVAMAxBsGXGu55PcAAAAASUVORK5CYII="/>
          <p:cNvSpPr>
            <a:spLocks noChangeAspect="1" noChangeArrowheads="1"/>
          </p:cNvSpPr>
          <p:nvPr/>
        </p:nvSpPr>
        <p:spPr bwMode="auto">
          <a:xfrm>
            <a:off x="63500" y="-136525"/>
            <a:ext cx="7279378" cy="36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data:image/png;base64,iVBORw0KGgoAAAANSUhEUgAABxAAAARcCAYAAAC6HQTmAAAZrHRFWHRteGZpbGUAJTNDbXhHcmFwaE1vZGVsJTIwZHglM0QlMjIxMDQyJTIyJTIwZHklM0QlMjI1NzAlMjIlMjBncmlkJTNEJTIyMSUyMiUyMGdyaWRTaXplJTNEJTIyMTAlMjIlMjBndWlkZXMlM0QlMjIxJTIyJTIwdG9vbHRpcHMlM0QlMjIxJTIyJTIwY29ubmVjdCUzRCUyMjElMjIlMjBhcnJvd3MlM0QlMjIxJTIyJTIwZm9sZCUzRCUyMjElMjIlMjBwYWdlJTNEJTIyMSUyMiUyMHBhZ2VTY2FsZSUzRCUyMjElMjIlMjBwYWdlV2lkdGglM0QlMjI4NTAlMjIlMjBwYWdlSGVpZ2h0JTNEJTIyMTEwMCUyMiUyMG1hdGglM0QlMjIwJTIyJTIwc2hhZG93JTNEJTIyMCUyMiUzRSUzQ3Jvb3QlM0UlM0NteENlbGwlMjBpZCUzRCUyMjAlMjIlMkYlM0UlM0NteENlbGwlMjBpZCUzRCUyMjElMjIlMjBwYXJlbnQlM0QlMjIwJTIyJTJGJTNFJTNDbXhDZWxsJTIwaWQlM0QlMjJ3S2kzTDJITHVYbDZmbW40SHhySy0xJTIyJTIwdmFsdWUlM0QlMjIlMjIlMjBzdHlsZSUzRCUyMmVsbGlwc2UlM0J3aGl0ZVNwYWNlJTNEd3JhcCUzQmh0bWwlM0QxJTNCYXNwZWN0JTNEZml4ZWQlM0IlMjIlMjB2ZXJ0ZXglM0QlMjIxJTIyJTIwcGFyZW50JTNEJTIyMSUyMiUzRSUzQ214R2VvbWV0cnklMjB4JTNEJTIyMTgwJTIyJTIweSUzRCUyMjE5MCUyMiUyMHdpZHRoJTNEJTIyMjAlMjIlMjBoZWlnaHQlM0QlMjIyMCUyMiUyMGFzJTNEJTIyZ2VvbWV0cnklMjIlMkYlM0UlM0MlMkZteENlbGwlM0UlM0NteENlbGwlMjBpZCUzRCUyMndLaTNMMkhMdVhsNmZtbjRIeHJLLTIlMjIlMjB2YWx1ZSUzRCUyMiUyMiUyMHN0eWxlJTNEJTIyZWxsaXBzZSUzQndoaXRlU3BhY2UlM0R3cmFwJTNCaHRtbCUzRDElM0Jhc3BlY3QlM0RmaXhlZCUzQiUyMiUyMHZlcnRleCUzRCUyMjElMjIlMjBwYXJlbnQlM0QlMjIxJTIyJTNFJTNDbXhHZW9tZXRyeSUyMHglM0QlMjIzMTAlMjIlMjB5JTNEJTIyMTIwJTIyJTIwd2lkdGglM0QlMjIyMCUyMiUyMGhlaWdodCUzRCUyMjIwJTIyJTIwYXMlM0QlMjJnZW9tZXRyeSUyMiUyRiUzRSUzQyUyRm14Q2VsbCUzRSUzQ214Q2VsbCUyMGlkJTNEJTIyd0tpM0wySEx1WGw2Zm1uNEh4ckstMyUyMiUyMHZhbHVlJTNEJTIyJTIyJTIwc3R5bGUlM0QlMjJlbGxpcHNlJTNCd2hpdGVTcGFjZSUzRHdyYXAlM0JodG1sJTNEMSUzQmFzcGVjdCUzRGZpeGVkJTNCJTIyJTIwdmVydGV4JTNEJTIyMSUyMiUyMHBhcmVudCUzRCUyMjElMjIlM0UlM0NteEdlb21ldHJ5JTIweCUzRCUyMjMxMCUyMiUyMHklM0QlMjIxOTAlMjIlMjB3aWR0aCUzRCUyMjIwJTIyJTIwaGVpZ2h0JTNEJTIyMjAlMjIlMjBhcyUzRCUyMmdlb21ldHJ5JTIyJTJGJTNFJTNDJTJGbXhDZWxsJTNFJTNDbXhDZWxsJTIwaWQlM0QlMjJ3S2kzTDJITHVYbDZmbW40SHhySy00JTIyJTIwdmFsdWUlM0QlMjIlMjIlMjBzdHlsZSUzRCUyMmVsbGlwc2UlM0J3aGl0ZVNwYWNlJTNEd3JhcCUzQmh0bWwlM0QxJTNCYXNwZWN0JTNEZml4ZWQlM0IlMjIlMjB2ZXJ0ZXglM0QlMjIxJTIyJTIwcGFyZW50JTNEJTIyMSUyMiUzRSUzQ214R2VvbWV0cnklMjB4JTNEJTIyMzExJTIyJTIweSUzRCUyMjI2OCUyMiUyMHdpZHRoJTNEJTIyMjAlMjIlMjBoZWlnaHQlM0QlMjIyMCUyMiUyMGFzJTNEJTIyZ2VvbWV0cnklMjIlMkYlM0UlM0MlMkZteENlbGwlM0UlM0NteENlbGwlMjBpZCUzRCUyMndLaTNMMkhMdVhsNmZtbjRIeHJLLTklMjIlMjB2YWx1ZSUzRCUyMiUyMiUyMHN0eWxlJTNEJTIyZW5kQXJyb3clM0RjbGFzc2ljJTNCaHRtbCUzRDElM0Jyb3VuZGVkJTNEMCUzQmV4aXRYJTNEMSUzQmV4aXRZJTNEMC41JTNCZXhpdER4JTNEMCUzQmV4aXREeSUzRDAlM0JlbnRyeVglM0QwJTNCZW50cnlZJTNEMSUzQmVudHJ5RHglM0QwJTNCZW50cnlEeSUzRDAlM0IlMjIlMjBlZGdlJTNEJTIyMSUyMiUyMHBhcmVudCUzRCUyMjElMjIlMjBzb3VyY2UlM0QlMjJ3S2kzTDJITHVYbDZmbW40SHhySy0xJTIyJTIwdGFyZ2V0JTNEJTIyd0tpM0wySEx1WGw2Zm1uNEh4ckstMiUyMiUzRSUzQ214R2VvbWV0cnklMjB3aWR0aCUzRCUyMjUwJTIyJTIwaGVpZ2h0JTNEJTIyNTAlMjIlMjByZWxhdGl2ZSUzRCUyMjElMjIlMjBhcyUzRCUyMmdlb21ldHJ5JTIyJTNFJTNDbXhQb2ludCUyMHglM0QlMjI0MDAlMjIlMjB5JTNEJTIyMzIwJTIyJTIwYXMlM0QlMjJzb3VyY2VQb2ludCUyMiUyRiUzRSUzQ214UG9pbnQlMjB4JTNEJTIyNDUwJTIyJTIweSUzRCUyMjI3MCUyMiUyMGFzJTNEJTIydGFyZ2V0UG9pbnQlMjIlMkYlM0UlM0MlMkZteEdlb21ldHJ5JTNFJTNDJTJGbXhDZWxsJTNFJTNDbXhDZWxsJTIwaWQlM0QlMjJ3S2kzTDJITHVYbDZmbW40SHhySy0xMCUyMiUyMHZhbHVlJTNEJTIyJTIyJTIwc3R5bGUlM0QlMjJlbmRBcnJvdyUzRGNsYXNzaWMlM0JodG1sJTNEMSUzQnJvdW5kZWQlM0QwJTNCZXhpdFglM0QxJTNCZXhpdFklM0QwLjUlM0JleGl0RHglM0QwJTNCZXhpdER5JTNEMCUzQiUyMiUyMGVkZ2UlM0QlMjIxJTIyJTIwcGFyZW50JTNEJTIyMSUyMiUyMHNvdXJjZSUzRCUyMndLaTNMMkhMdVhsNmZtbjRIeHJLLTElMjIlM0UlM0NteEdlb21ldHJ5JTIwd2lkdGglM0QlMjI1MCUyMiUyMGhlaWdodCUzRCUyMjUwJTIyJTIwcmVsYXRpdmUlM0QlMjIxJTIyJTIwYXMlM0QlMjJnZW9tZXRyeSUyMiUzRSUzQ214UG9pbnQlMjB4JTNEJTIyMzkwJTIyJTIweSUzRCUyMjI2MyUyMiUyMGFzJTNEJTIyc291cmNlUG9pbnQlMjIlMkYlM0UlM0NteFBvaW50JTIweCUzRCUyMjMxMCUyMiUyMHklM0QlMjIyMDAlMjIlMjBhcyUzRCUyMnRhcmdldFBvaW50JTIyJTJGJTNFJTNDJTJGbXhHZW9tZXRyeSUzRSUzQyUyRm14Q2VsbCUzRSUzQ214Q2VsbCUyMGlkJTNEJTIyd0tpM0wySEx1WGw2Zm1uNEh4ckstMTElMjIlMjB2YWx1ZSUzRCUyMiUyMiUyMHN0eWxlJTNEJTIyZW5kQXJyb3clM0RjbGFzc2ljJTNCaHRtbCUzRDElM0Jyb3VuZGVkJTNEMCUzQmV4aXRYJTNEMSUzQmV4aXRZJTNEMSUzQmV4aXREeCUzRDAlM0JleGl0RHklM0QwJTNCZW50cnlYJTNEMCUzQmVudHJ5WSUzRDAuNSUzQmVudHJ5RHglM0QwJTNCZW50cnlEeSUzRDAlM0IlMjIlMjBlZGdlJTNEJTIyMSUyMiUyMHBhcmVudCUzRCUyMjElMjIlMjBzb3VyY2UlM0QlMjJ3S2kzTDJITHVYbDZmbW40SHhySy0xJTIyJTIwdGFyZ2V0JTNEJTIyd0tpM0wySEx1WGw2Zm1uNEh4ckstNCUyMiUzRSUzQ214R2VvbWV0cnklMjB3aWR0aCUzRCUyMjUwJTIyJTIwaGVpZ2h0JTNEJTIyNTAlMjIlMjByZWxhdGl2ZSUzRCUyMjElMjIlMjBhcyUzRCUyMmdlb21ldHJ5JTIyJTNFJTNDbXhQb2ludCUyMHglM0QlMjI0MzAlMjIlMjB5JTNEJTIyMjcwJTIyJTIwYXMlM0QlMjJzb3VyY2VQb2ludCUyMiUyRiUzRSUzQ214UG9pbnQlMjB4JTNEJTIyNTQwJTIyJTIweSUzRCUyMjI3MCUyMiUyMGFzJTNEJTIydGFyZ2V0UG9pbnQlMjIlMkYlM0UlM0MlMkZteEdlb21ldHJ5JTNFJTNDJTJGbXhDZWxsJTNFJTNDbXhDZWxsJTIwaWQlM0QlMjJ3S2kzTDJITHVYbDZmbW40SHhySy0xMiUyMiUyMHZhbHVlJTNEJTIyJTIyJTIwc3R5bGUlM0QlMjJlbGxpcHNlJTNCd2hpdGVTcGFjZSUzRHdyYXAlM0JodG1sJTNEMSUzQmFzcGVjdCUzRGZpeGVkJTNCJTIyJTIwdmVydGV4JTNEJTIyMSUyMiUyMHBhcmVudCUzRCUyMjElMjIlM0UlM0NteEdlb21ldHJ5JTIweCUzRCUyMjQ2MCUyMiUyMHklM0QlMjIyODAlMjIlMjB3aWR0aCUzRCUyMjIwJTIyJTIwaGVpZ2h0JTNEJTIyMjAlMjIlMjBhcyUzRCUyMmdlb21ldHJ5JTIyJTJGJTNFJTNDJTJGbXhDZWxsJTNFJTNDbXhDZWxsJTIwaWQlM0QlMjJ3S2kzTDJITHVYbDZmbW40SHhySy0xMyUyMiUyMHZhbHVlJTNEJTIyJTIyJTIwc3R5bGUlM0QlMjJlbGxpcHNlJTNCd2hpdGVTcGFjZSUzRHdyYXAlM0JodG1sJTNEMSUzQmFzcGVjdCUzRGZpeGVkJTNCJTIyJTIwdmVydGV4JTNEJTIyMSUyMiUyMHBhcmVudCUzRCUyMjElMjIlM0UlM0NteEdlb21ldHJ5JTIweCUzRCUyMjU5MCUyMiUyMHklM0QlMjIyMTAlMjIlMjB3aWR0aCUzRCUyMjIwJTIyJTIwaGVpZ2h0JTNEJTIyMjAlMjIlMjBhcyUzRCUyMmdlb21ldHJ5JTIyJTJGJTNFJTNDJTJGbXhDZWxsJTNFJTNDbXhDZWxsJTIwaWQlM0QlMjJ3S2kzTDJITHVYbDZmbW40SHhySy0xNCUyMiUyMHZhbHVlJTNEJTIyJTIyJTIwc3R5bGUlM0QlMjJlbGxpcHNlJTNCd2hpdGVTcGFjZSUzRHdyYXAlM0JodG1sJTNEMSUzQmFzcGVjdCUzRGZpeGVkJTNCJTIyJTIwdmVydGV4JTNEJTIyMSUyMiUyMHBhcmVudCUzRCUyMjElMjIlM0UlM0NteEdlb21ldHJ5JTIweCUzRCUyMjU5MCUyMiUyMHklM0QlMjIyODAlMjIlMjB3aWR0aCUzRCUyMjIwJTIyJTIwaGVpZ2h0JTNEJTIyMjAlMjIlMjBhcyUzRCUyMmdlb21ldHJ5JTIyJTJGJTNFJTNDJTJGbXhDZWxsJTNFJTNDbXhDZWxsJTIwaWQlM0QlMjJ3S2kzTDJITHVYbDZmbW40SHhySy0xNSUyMiUyMHZhbHVlJTNEJTIyJTIyJTIwc3R5bGUlM0QlMjJlbGxpcHNlJTNCd2hpdGVTcGFjZSUzRHdyYXAlM0JodG1sJTNEMSUzQmFzcGVjdCUzRGZpeGVkJTNCJTIyJTIwdmVydGV4JTNEJTIyMSUyMiUyMHBhcmVudCUzRCUyMjElMjIlM0UlM0NteEdlb21ldHJ5JTIweCUzRCUyMjU5MSUyMiUyMHklM0QlMjIzNTglMjIlMjB3aWR0aCUzRCUyMjIwJTIyJTIwaGVpZ2h0JTNEJTIyMjAlMjIlMjBhcyUzRCUyMmdlb21ldHJ5JTIyJTJGJTNFJTNDJTJGbXhDZWxsJTNFJTNDbXhDZWxsJTIwaWQlM0QlMjJ3S2kzTDJITHVYbDZmbW40SHhySy0xNiUyMiUyMHZhbHVlJTNEJTIyJTIyJTIwc3R5bGUlM0QlMjJlbmRBcnJvdyUzRGNsYXNzaWMlM0JodG1sJTNEMSUzQnJvdW5kZWQlM0QwJTNCZXhpdFglM0QwJTNCZXhpdFklM0QxJTNCZXhpdER4JTNEMCUzQmV4aXREeSUzRDAlM0JlbnRyeVglM0QxJTNCZW50cnlZJTNEMCUzQmVudHJ5RHglM0QwJTNCZW50cnlEeSUzRDAlM0IlMjIlMjBlZGdlJTNEJTIyMSUyMiUyMHBhcmVudCUzRCUyMjElMjIlMjBzb3VyY2UlM0QlMjJ3S2kzTDJITHVYbDZmbW40SHhySy0xMyUyMiUyMHRhcmdldCUzRCUyMndLaTNMMkhMdVhsNmZtbjRIeHJLLTEyJTIyJTNFJTNDbXhHZW9tZXRyeSUyMHdpZHRoJTNEJTIyNTAlMjIlMjBoZWlnaHQlM0QlMjI1MCUyMiUyMHJlbGF0aXZlJTNEJTIyMSUyMiUyMGFzJTNEJTIyZ2VvbWV0cnklMjIlM0UlM0NteFBvaW50JTIweCUzRCUyMjY4MCUyMiUyMHklM0QlMjI0MTAlMjIlMjBhcyUzRCUyMnNvdXJjZVBvaW50JTIyJTJGJTNFJTNDbXhQb2ludCUyMHglM0QlMjI0NzAlMjIlMjB5JTNEJTIyMTkwJTIyJTIwYXMlM0QlMjJ0YXJnZXRQb2ludCUyMiUyRiUzRSUzQyUyRm14R2VvbWV0cnklM0UlM0MlMkZteENlbGwlM0UlM0NteENlbGwlMjBpZCUzRCUyMndLaTNMMkhMdVhsNmZtbjRIeHJLLTE3JTIyJTIwdmFsdWUlM0QlMjIlMjIlMjBzdHlsZSUzRCUyMmVuZEFycm93JTNEY2xhc3NpYyUzQmh0bWwlM0QxJTNCcm91bmRlZCUzRDAlM0JleGl0WCUzRDAlM0JleGl0WSUzRDAuNSUzQmV4aXREeCUzRDAlM0JleGl0RHklM0QwJTNCZW50cnlYJTNEMSUzQmVudHJ5WSUzRDAuNSUzQmVudHJ5RHglM0QwJTNCZW50cnlEeSUzRDAlM0IlMjIlMjBlZGdlJTNEJTIyMSUyMiUyMHBhcmVudCUzRCUyMjElMjIlMjBzb3VyY2UlM0QlMjJ3S2kzTDJITHVYbDZmbW40SHhySy0xNCUyMiUyMHRhcmdldCUzRCUyMndLaTNMMkhMdVhsNmZtbjRIeHJLLTEyJTIyJTNFJTNDbXhHZW9tZXRyeSUyMHdpZHRoJTNEJTIyNTAlMjIlMjBoZWlnaHQlM0QlMjI1MCUyMiUyMHJlbGF0aXZlJTNEJTIyMSUyMiUyMGFzJTNEJTIyZ2VvbWV0cnklMjIlM0UlM0NteFBvaW50JTIweCUzRCUyMjU1MCUyMiUyMHklM0QlMjIyODglMjIlMjBhcyUzRCUyMnNvdXJjZVBvaW50JTIyJTJGJTNFJTNDbXhQb2ludCUyMHglM0QlMjI2MTAlMjIlMjB5JTNEJTIyMzA4JTIyJTIwYXMlM0QlMjJ0YXJnZXRQb2ludCUyMiUyRiUzRSUzQyUyRm14R2VvbWV0cnklM0UlM0MlMkZteENlbGwlM0UlM0NteENlbGwlMjBpZCUzRCUyMndLaTNMMkhMdVhsNmZtbjRIeHJLLTE4JTIyJTIwdmFsdWUlM0QlMjIlMjIlMjBzdHlsZSUzRCUyMmVuZEFycm93JTNEY2xhc3NpYyUzQmh0bWwlM0QxJTNCcm91bmRlZCUzRDAlM0JleGl0WCUzRDAlM0JleGl0WSUzRDAlM0JleGl0RHglM0QwJTNCZXhpdER5JTNEMCUzQmVudHJ5WCUzRDAuNSUzQmVudHJ5WSUzRDElM0JlbnRyeUR4JTNEMCUzQmVudHJ5RHklM0QwJTNCJTIyJTIwZWRnZSUzRCUyMjElMjIlMjBwYXJlbnQlM0QlMjIxJTIyJTIwc291cmNlJTNEJTIyd0tpM0wySEx1WGw2Zm1uNEh4ckstMTUlMjIlMjB0YXJnZXQlM0QlMjJ3S2kzTDJITHVYbDZmbW40SHhySy0xMiUyMiUzRSUzQ214R2VvbWV0cnklMjB3aWR0aCUzRCUyMjUwJTIyJTIwaGVpZ2h0JTNEJTIyNTAlMjIlMjByZWxhdGl2ZSUzRCUyMjElMjIlMjBhcyUzRCUyMmdlb21ldHJ5JTIyJTNFJTNDbXhQb2ludCUyMHglM0QlMjI3MTAlMjIlMjB5JTNEJTIyMzYwJTIyJTIwYXMlM0QlMjJzb3VyY2VQb2ludCUyMiUyRiUzRSUzQ214UG9pbnQlMjB4JTNEJTIyNDQwJTIyJTIweSUzRCUyMjMyMCUyMiUyMGFzJTNEJTIydGFyZ2V0UG9pbnQlMjIlMkYlM0UlM0MlMkZteEdlb21ldHJ5JTNFJTNDJTJGbXhDZWxsJTNFJTNDJTJGcm9vdCUzRSUzQyUyRm14R3JhcGhNb2RlbCUzRXaF1zAAABAASURBVHgB7N0LvG1lWS/+ueuUWnA6RlhmN8TciJaXwk1uREEwDUvEVEzI1ARNDbxU4t1StDJFIwMyb1DhDbBEExBSICHKayo7uZSVlUh2gpOX+sP/96zFmsw59tiLtfaea605xviez/PMMcY73zHe9/kOOmN99uuc85tG/h8BAgQIECBAgAABAgQIECDQdwH1ESBAgAABAgQIECBAYMUCFhBXTKUjgXkTMB8CBAgQIECAAAECBAgQIECg/wIqJECAAAECBAisv4AFxPU3NyIBAgQIDF1A/QQIECBAgAABAgQIECBAgED/BVRIgACBDgtYQOzwzTN1AgQIECBAgACB9RUwGgECBAgQIECAAAECBAgQINB/ARWORhYQ/VdAgAABAgQIECBAgAABAn0XUB8BAgQIECBAgAABAgQIrELAAuIqsHSdJwFzIUCAAAECBAgQIECAAAECBPovoEICBAgQIECAAIGNELCAuBHqxiRAgMCQBdROgAABAgQIECBAgAABAgQI9F9AhQQIECDQaQELiJ2+fSZPgAABAgQIEFg/ASMRIECAAAECBAgQIECAAAEC/RdQIYESsIBYCpIAAQIECBAgQIAAAQL9FVAZAQIECBAgQIAAAQIECBBYlYAFxFVxzUtn8yBAgAABAgQIECBAgAABAgT6L6BCAgQIECBAgAABAhsjYAFxY9yNSoDAUAXUTYAAAQIECBAgQIAAAQIECPRfQIUECBAgQKDjAhYQO34DTZ8AAQIECBBYHwGjECBAgAABAgQIECBAgAABAv0XUCEBAosCFhAXHbwSIECAAAECBAgQINBPAVURIECAAAECBAgQIECAAAECqxTo4ALiKivUnQABAgQIECBAgAABAgQIEOiggCkTIECAAAECBAgQILBRAhYQN0reuASGKKBmAgQIECBAgAABAgQIECBAoP8CKiRAgAABAgQ6L2ABsfO3UAEECBAgQGDtBYxAgAABAgQIECBAgAABAgQI9F9AhQQIEFgSsIC4JGFLgAABAgQIECBAoH8CKiJAgAABAgQIECBAgAABAgT6LzDzCi0gzpzUBQkQIECAAAECBAgQIECAwK4KOJ8AAQIECBAgQIAAAQIbJ2ABcePsjTw0AfUSIECAAAECBAgQIECAAAEC/RdQIQECBAgQIECgBwIWEHtwE5VAgAABAmsr4OoECBAgQIAAAQIECBAgQIBA/wVUSIAAAQK3ClhAvNXCHgECBAgQIECAQL8EVEOAAAECBAgQIECAAAECBAj0X0CFayBgAXENUF2SAAECBAgQIECAAAECBHZFwLkECBAgQIAAAQIECBAgsJECFhA3Un9IY6uVAAECBAgQIECAAAECBAgQ6L+ACgkQIECAAAECBHohYAGxF7dREQQIEFg7AVcmQIAAAQIECBAgQIAAAQIE+i+gQgIECBAgMClgAXFSwz4BAgQIECBAoD8CKiFAgAABAgQIECBAgAABAgT6L6BCAmsiYAFxTVhdlAABAgQIECBAgAABAjsr4DwCBAgQIECAAAECBAgQILCxAhYQ18PfGAQIECBAgAABAgQIECBAgED/BVRIgAABAgQIECBAoCcCFhB7ciOVQYDA2gi4KgECBAgQIECAAAECBAgQINB/ARUSIECAAAEC0wIWEKc9HBEgQIAAAQL9EFAFAQIECBAgQIAAAQIECBAg0H8BFRIgsEYCFhDXCNZlCRAgQIAAAQIECBDYGQHnECBAgAABAgQIECBAgAABAhstsPYLiBtdofEJECBAgAABAgQIECBAgACBtRcwAgECBAgQIECAAAECvRGwgNibW6kQArMXcEUCBAgQIECAAAECBAgQIECg/wIqJECAAAECBAg0BSwgNkUcEyBAgACB7guogAABAgQIECBAgAABAgQIEOi/gAoJECCwZgIWENeM1oUJECBAgAABAgQIrFZAfwIECBAgQIAAAQIECBAgQKD/AvNfoQXE+b9HZkiAAAECBAgQIECAAAEC8y5gfgQIECBAgAABAgQIEOiRgAXEHt1MpcxWwNUIECBAgAABAgQIECBAgACB/guokAABAgQIECBAYHsBC4jbm2ghQIAAgW4LmD0BAgQIECBAgAABAgQIECDQfwEVEiBAgMAaClhAXENclyZAgAABAgQIEFiNgL4ECBAgQIAAAQIECBAgQIBA/wVU2AUBC4hduEvmSIAAAQIECBAgQIAAgXkWMDcCBAgQIECAAAECBAgQ6JWABcRe3c7ZFeNKBAgQIECAAAECBAgQIECAQP8FVEiAAAECBAgQIECgTcACYpuKNgIECHRXwMwJEFg/gb0z1M8mX5J8e/LDyW3JLye/lrzplqz9aqv3qk/1rXPq3LpGugkCBAgQIECAAAECBAisSkBnAgQIECCwpgIWENeU18UJECBAgACBHgl8f2o5JvmO5BeTVyXflXx58ujkgcm7J/dI3i656Zas/Wqr96pP9a1z6ty6Rl3rHaPRqK5dY+Q0QYAAAQIECBAgQIAAAQIECPRTQFUEuiFgAbEb98ksCRAgQIAAgY0RuGOGfWayPjn4hWxPTT42eefkrKKuVdesa9cYNVaNWWPPagzXIUBgLQVcmwABAgQIECBAgAABAgQI9EzAAmLLDdVEgAABAgQIDF5gvwi8KXl98neT9cnBbNYlaqwas8auOdRc1mVggxAgQIAAgaEJqJcAAQIECBAgQIAAgXYBC4jtLloJEOimgFkTIEBgVwW25gJnJ/8q+ZRkfQ1pNtvHbrvtNjrooINGxx9//OiUU04ZnXfeeaPPfOYzoy996Uujr371q6ObbrppIWu/2uq96lN965w6t66x/ZXHLTV2zaHmUnM6YPyOHQIECBAgQIAAAQLDFlA9AQIECBAgsMYCFhDXGNjlCRAgQIAAgZUIbHifvTOD05OXJA9PtsbWrVtHr3jFK0aXXXbZ6IYbbhhdeOGFo9e97nWjY489dnTooYeO9t1339Gee+45uv3tbz/atGnTQtZ+tdV71af61jl1bl2jrlXXrGu3DrrYeHg2FydrjjXX7AoCBAgQIECAAAECBAgQINA1AfMlQKArAhYQu3KnzJMAAQIECBBYK4Hn58KfTx6V3C42b968sGh41VVXjS655JLRC1/4wtGWLVu267ezDXWtumZdu8aoxcQacwfXqznWXGvOO+iimcA6CxiOAAECBAgQIECAAAECBAgQ6J3AdguIvatQQQQIECBAgACBdoH7pPnDyVclNyWnor5i9D3vec/oyiuvXFg03Hvvtf/gX41Ri4k1Zo1dc5ia1OJBzbXm/OEcVg3ZCAIECBAgsHoBZxAgQIAAAQIECBAgQGBHAhYQdySjnUD3BMyYAAECBFYucEy6fix5YHIq6qtE3/e+9y18PekRRxwx9d56HtTY9TWnNZeaU8vYNfeqoWppeVsTAQIECBAgQIBATwWURYAAAQIECBBYcwELiGtObAACBAgQIHBbAt5fZ4GTMt6pyfokXzaLsccee4xOPfXUha8pPeywwxYb5+C15lJfb1pzqzk2plQ1VC1VU+MthwQIECBAgAABAgQIECAwXwJmQ4AAge4IWEDszr0yUwIECBAgQGDXBL4lp5+dPC45FUcdddToc5/73OiYY+b3w3w1t5pjzXVq8osHVVPVVjUutnhdHwGjECBAgAABAgQIECBAgAABAv0XGGCFFhAHeNOVTIAAAQIEBijwnan5guThyamoT/adfvrpoz333HOqfR4Pao4115pzy/yqtqqxam15WxMBAgQITArYJ0CAAAECBAgQIECAAIEdC1hA3LGNd7olYLYECBAgQGBHArWgdm7erN8MzGYxNm/ePLrsssvm+lOHizPd/rU+jVhzrxoa71aNVWvV3HjLIQECBAgQIECgFwKKIECAAAECBAgQWAcBC4jrgGwIAgQIEFhOwHsE1lSgvtKzvtpz/8lRDj744NHFF1882rJly2Rzp/Zr7lVD1dKYeNVaNVftjbccEiBAgAABAgQIECBAYKMEjEuAAAECXRKwgNilu2WuBAgQIECAwGoF3pkT6lN52SzGIx/5yNEFF1zQia8sXZzxjl/rK02rlqqp0atqrtobzTM+dDkCBAgQIECAAAECBAgQIECg/wIqHKSABcRB3nZFEyBAgACBQQiclCrrdwGzWYxaaDvnnHNGmzZtWmzoweumTZtGVVPV1iinai+DRrNDAgQIjEYMCBAgQIAAAQIECBAgQIDAcgIWEJfT6c57ZkqAAAECBAhMCxyTw+OS46iv+jz77Ppmz3FTr3aqtqqxUVQZlEWj2SEBAgQIECDQUQHTJkCAAAECBAgQILAuAhYQ14XZIAQIENiRgHYCBNZA4D655inJcWzevHl05pln9uqTh+PibtnZtGnTQo1V6y1NS5uyKJOlY1sCBAgQIECAAAECBNZdwIAECBAgQKBbAhYQu3W/zJYAAQIECBC4bYHXp8vUd5S+7W1vm/1vHmaQeYs999xzVLU25lUWZdJodkiAAAECBAgQIECAAAECBAjcpoAOBAYqYAFxoDde2QQIECBAoKcCz09dBybHceqpp462bNkyPu77TtVaNTfqLJOyaTQ7JDBMAVUTIECAAAECBAgQIECAAAECywv0YQFx+Qq9S4AAAQIECAxFYO8UemJyHEcdddTomGOG9xOAVXPVPoZY3CmbMlo88kqAAAECBLonYMYECBAgQIAAAQIECKyTgAXEdYI2DAECbQLaCBAgMFOBl+Vq9XWd2YxGe+yxx+i1r33twv4QX6r2MpiovWzKaKLJLgECBAgQIECAAIH1EDAGAQIECBAg0DUBC4hdu2PmS4AAAQIE5kFg/uZwQKZ0VHIcJ5544qh+E3DcMLCdqr0MGmWX0dZGm0MCBAgQIECAAAECBAgQINAuoJUAgcEKWEAc7K1XOAECBAgQ6JXAcyer2bp16yC/unTSoPbrq0zLovYn8nkT+3YHKKBkAgQIECBAgAABAgQIECBAoP8Cu1qhBcRdFXQ+AQIECBAgsNEC+2UChyfHccIJJ4z3h77TYlFWZTZ0GvUTIECgawLmS4AAAQIECBAgQIAAgXUTsIC4btQGItAUcEyAAAECMxI4dvI6Bx100Oiwww6bbBr0flmUSQNhyqzxnkMCBAgQIECAAIGZCrgYAQIECBAgQKB7AhYQu3fPzJgAAQIENlrA+PMkcMdM5snJcTzzmc8c79tZFGgxKbOyW+zglQABAgQIECBAgAABAgS2F9BCgACBAQtYQBzwzVc6AQIECBDogcATUsOm5EJs3rx5dMQRRyzse7lVoEzK5taWUZmV3UTTMHZVSYAAAQIECBAgQIAAAQIECPRfQIW7LmABcdcNXYEAAQIECBDYOIHHTA599NFHTx7anxBosZmym+hqlwABAvMoYE4ECBAgQIAAAQIECBAgsI4CFhDXEdtQkwL2CRAgQIDALgt8f65wYHIcRx555HjfzrRAi03ZleGgBODUAAAQAElEQVR0R0cECBAgQIAAgZkKuBgBAgQIECBAgEAXBSwgdvGumTMBAgQ2UsDYBOZH4OGTU9m6deto7733nmyyPyFQNmU00VS7U4bVIAkQIECAAAECBAgQILAg4IUAAQIEBi1gAXHQt1/xBAgQIECg0wIPmZz9wx9uLWzSo22/xWjKsO0cbQQIECBAgAABAgQIECBAgEC3BMyWwCwELCDOQtE1CBAgQIAAgY0QeODkoIcccsjkof0WgRajKcOWUzQRIDAfAmZBgAABAgQIECBAgAABAgTWVcAC4rpyLw1mS4AAAQIECOyiQH1X6Z2XrrHbbruNtmzZsnRouwOBMiqribfLsCwnmuwSIECAAAECsxNwJQIECBAgQIAAAQLdFLCA2M37ZtYECGyUgHEJEJgXgftOTmS//fabPLS/jECL1ZTlMqd6iwABAgQIECBAgMBwBFRKgAABAgQGLmABceD/ASifAAECBAh0VGDfyXnf+973njxs3de4KNBiNWW52MsrAQIECBAgQIAAAQIECBDopoBZEyAwGwELiLNxdBUCBAgQIEBgfQXuNjncPvvsM3lofxmBFqspy2VO9RaBjRIwLgECBAgQIECAAAECBAgQILDOAhuwgLjOFRqOAAECBAgQ6KPAD04Wdde73nXy0P4yAi1WU5bLnOotAgQIECCwSgHdCRAgQIAAAQIECBDoqoAFxK7eOfMmsBECxiRAgMD8CHzP5FTucpe7TB7aX0agxWrKcplTvUWAAAECBAgQIDAUAXUSIECAAAECgxewgDj4/wQAECBAgMAQBHpY4x6TNe25556Th/aXEWixmrJc5lRvESBAgAABAgQIECBAgMCcC5geAQIEZiVgAXFWkq5DgAABAgQIrKfAbpOD7b777pOH9pcRaLGaslzmVG9tjIBRCRAgQIAAAQIECBAgQIAAgf4LzF2FFhDn7paYEAECBAgQILACgW+d7HO7291u8tD+MgItVlOWy5zqLQIECBBYlYDOBAgQIECAAAECBAgQ6K6ABcTu3jszX28B4xEgQIAAAQIECBAgQIAAAQL9F1AhAQIECBAgQIDAyAKi/wgIECBAoPcCCuylwDcmq/r6178+eWh/GYEWqynLZU71FgECBAgQIECAAAECBOZawOQIECBAYHYCFhBnZ+lKBAgQIECAwPoJ3Dg51A033DB5aH8ZgRarKctlTt2It4xJgAABAgQIECBAgAABAgQI9F9AhXMoYAFxDm+KKREgQIAAAQK3KXD9ZI/rrrtu8tD+MgItVlOWy5zqLQIECKxCQFcCBAgQIECAAAECBAgQ6LKABcQu3731nLuxCBAgQIDAfAn86+R0/vmf/3ny0P4yAi1WU5bLnOotAgQIECBAYAgCaiRAgAABAgQIECAQAQuIQRAECBDos4DaCPRU4B8m67rmmmsmD+0vI9BiNWW5zKneIkCAAAECBAgQIEBgjgVMjQABAgQIzFLAAuIsNV2LAAECBAgQWC+BqyYHuvLKKycP+7K/JnW0WE1ZrsmgLkqAAAECBAgQIECAAAECBAjsSEA7gbkUsIA4l7fFpAgQIECAAIHbEPjs5Puf/OQnJw/tLyPQYjVlucyp3iJAYMUCOhIgQIAAAQIECBAgQIAAgW4LWEBcyf3ThwABAgQIEJg3gY9PTuiKK66YPLS/jECL1ZTlMqd6iwABAgQI9F9AhQQIECBAgAABAgQILAhYQFxg8EKAQF8F1EWAQG8Frk5l/5JciBtvvHF0+eWXL+x72bFAGZXVRI8yLMuJJrsECBAgQIAAAQIEuidgxgQIECBAgMBsBSwgztbT1QgQIECAAIHZCKzkKhdPdrrgggsmD+23CLQYTRm2nKKJAAECBAgQIECAAAECBAispYBrEyAwpwIWEOf0xpgWAQIECBAgcJsCH5rs8YEPfGDy0H6LQIvRlGHLKZoI7ISAUwgQIECAAAECBAgQIECAAIGuC9z2AmLXKzR/AgQIECBAoK8CUyuGl1566ejqq30b545udtmUUeP9KcPGew4JECBAYGgC6iVAgAABAgQIECBAgMAtAhYQb4GwIdBHATURIECg5wL/mPo+khzHmWeeOd63My3QYlN2ZTjd0REBAgQIECBAgEDnBEyYAAECBAgQIDBrAQuIsxZ1PQIECBAgsOsCrrBygXdNdj399NMnD+1PCLTYTNlNdLVLgAABAgQIECBAgAABAusjYBQCBAjMrYAFxLm9NSZGgAABAgQIrEDgj9Ln5uRCbNu2bXTWWWct7Hu5VaBMyubWllGZld1Ek93ZCLgKAQIECBAgQIAAAQIECBAg0H+B/ldoAbH/91iFBAgQIECgzwJfSXFvTo7j5JNPHu/bWRRoMSmzslvs4JUAAQIERiMGBAgQIECAAAECBAgQIDAWsIA4prDTNwH1ECBAgMBgBE6drPSiiy4anXvuuZNNg94vizJpIEyZNd5zSIAAAQIECBDolIDJEiBAgAABAgQIzF7AAuLsTV2RAAECBHZNwNkEVitwRU44JzmOV73qVeP9oe+0WJRVmQ2dRv0ECBAgQIAAAQIECGysgNEJECBAYI4FLCDO8c0xNQIECBAgQGDFAq+Z7HnppZeOTjvttMmmQe6XQVk0iv+dxvEMD12KAAECBAgQIECAAAECBAgQ6L+ACocgYAFxCHdZjQQIECBAoP8Cl6bEM5LjeMELXjC67rrrxsdD26nay6BRdxld0mhzSIAAgdGIAQECBAgQIECAAAECBAgQmBCwgDiB0addtRAgQIAAgQEKvCw135xciOuvv370nOc8Z2F/iC9VexlM1F42ZTTRZJcAAQIECBDouoD5EyBAgAABAgQIEFgLAQuIa6HqmgQIENh5AWcSILDzAlfn1Bckx3HGGWcM8qtM66tLq/YxxOJO2ZTR4pFXAgQIECBAgAABAgQ2UsDYBAgQIEBgrgUsIM717TE5AgQIECBAYJUCr07/jyTHceyxx44uv/zy8fHa7czHlavWqrkxmzIpm0azQwIECBAgQIAAAQIECBAgQGB1AnoTGIaABcRh3GdVEiBAgACBIQkcl2Lr6zqzWYwnPvGJg/g9xPrdw6p1serxa1mUybjBDgECDQGHBAgQIECAAAECBAgQIECAwJRALxcQpyp0QIAAAQIECAxN4BMp+GnJcWzbtm105JFHjm6+udbSxs292qnaqsaqtVFYWZRJo9khAQIECBDovoAKCBAgQIAAAQIECBBYGwELiGvj6qoECOycgLMIECAwK4HTcqHXJ8dx4YUXjh71qEeNj/u2U7VVjY26yqAsGs0OCRAgQIAAAQIECGyogMEJECBAgACBORewgDjnN8j0CBAgQIBANwTmcpbHZ1bnJMfx3ve+d3T44Yf36pOI9cnDqqlqGxe6uFO1l8HikVcCBAgQIECAAAECBAgQILDLAi5AgMBQBCwgDuVOq5MAAQIECPRH4P+klO9P3iN5/+TByZ9JPiF5bPJ5yZcmX5P8cvJLyXHUQtshhxzSi99ErN88rFqqpnGBizsfyeaxSUHgtgX0IECAAAECBAgQIECAAAECBPovsMoKLSCuEkx3AgQIECBAYFUCu6X39yR/OHnf5IHJn0rW4tZTsj0u+aLkq5MnJ9+WfE/yvOTFyU8lr01el6wfMKz8Sva/kPxs8vLkh5LvTZ6RPCX528mXJZ+b/MXknZL/lRxHfdXnAx/4wNHll9fp4+ZO7dTcq4aqpTHxy3Jc39X639kKAgQIEOixgNIIECBAgAABAgQIECCwVgIWENdK1nUJrF7AGQQIEOiywPdl8h9M/l3yX5I3JGuxr7Z1XO0fS9uHk+cm35F8U/Kk5G8kfy35jOTPJ49IHpo8IPkjyR9KfldyV+IhObk+lZfNYmzbtm20//77j047rXs/EVhzrrlXDYvVjF+rxsNy9O9JQYAAAQIECBAgMJ8CZkWAAAECBAgQmHsBC4hzf4tMkAABAgTmX8AMI/BPyccn/zpZnzisTx5mdy7iOZlFfSrvkGzrdwGzuTWOPfbY0dFHH92JrzStryytudacb61gvFe1VY0WD8ckdggQIECAAAECBAgQIDBLAdciQIDAcAQsIA7nXquUAAECBAistUAtXP1cBqmvz5z63cG0bVRcmoFfl6yor/Ssub2+DibzjDPOGN3jHveY608j1qcOa44118m537JfNVVtVeMtTTYrEtCJAAECBAgQIECAAAECBAgQ6L+AClctYAFx1WROIECAAAECBG5D4Jy8f4/knyQ3Mup3D49umcDxaTs2WV+xms1iXH/99aP6ZN8BBxwwOvfc+pbVxfaNfq251JxqbjXHxnyqhqqlamq85ZAAAQL9FlAdAQIECBAgQIAAAQIECKydgAXEtbN15dUJ6E2AAAEC/RJY+jTiI1PWdcmNiOdl0GuTbVE/fHi/vFG/GZjNrXHppZeOHvGIR4wOPvjg0VlnnXXrG+u8V2PXHGouNaeW4WvuVUPV0vK2JgIECBAgQIDAXAqYFAECBAgQIECAQAcELCB24CaZIgECBOZbwOwILCvwp3l3n+Q7k+sZF2aw308uF5/Imw9KnpCsT/Jlc2tcdNFFo0c/+tGjffbZZ/TKV75ydPXVV9/65hrt1Rg1Vo1ZY9ccWoaqudaca+5VQ0sXTQQIECBAgAABAgQIEJi1gOsRIECAwJAELCAO6W6rlQABAgQIbIxAfRrxcRm6Po1Y+9ld0/jPXL3tq0vT3BqvTusPJ89Ibhfbtm0bvehFLxrd7W53G9VXidYC3+WXX75dv51tqGvVNevaNUaNVWPu4Ho1x5przXkHXVbRrCsBAgQIECBAgAABAgQIECDQfwEVEtgJAQuIO4HmFAIECBAgQGCnBJY+jVjbnbrACk86Lv2+mFxN1McLa9HxgTmpfsMxm+2jvkq0Fvj233//0e67777wNafPfvazR6eeeuro/PPPH332s58dXXfddaOvfe1ro5tvvnkha7/a6r3qU33rnPp60rpGXauuWdfefsRxS83pgBzVHGuu2RUECAxZQO0ECBAgQIAAAQIECBAgQGAtBSwgrqXuyq+tJwECBAgQGIrAdSm0PolYn0j8cvZnHR/IBd+a3Nm4JCc+Knn/5B8m6+tCs9k+brzxxlF9xehJJ500etrTnjZ66EMfOrrnPe85utOd7jS6wx3uMPqmb/qmhaz9aqv3qk/1rXPq3LrG9lcet9TYNYeaS83p0vE7dggQIECAAIGuCpg3AQIECBAgQIAAgU4IWEDsxG0ySQIE5lfAzAgQ2EmB+k3EfXPuWclZxVdyoScnZxFX5CK/mNwj+azkR5LrFTVWjVlj1xxqLus1tnEIECBAgAABAgQIEGgV0EiAAAECBIYlYAFxWPdbtQQIECBAYJ4E6tOIj86E3pS8Kbmr8bRc4F+TK4uV9apFyZPT9UHJH0gem6zFz3/JdlZR16pr1rVrjBqrxqyxZzWG6xAgQIAAAQIECBAgQIAAx7FGugAAEABJREFUgWEKqJoAgZ0SsIC4U2xOIkCAAAECBGYg8DO5xl8l61N2u/o3ybtynVqEy2bN4h9z5dOS9fWr35vt3ZKPSb40eXqyPjn4d9len/x6sr6CtLL2q63eqz7Vt86pc+sada26Zl27xsipggCB5QS8R4AAAQIECBAgQIAAAQIECKytwK7+Y90sZucaBAgQIECAwLAEfjzlnpN8b3K/5K7Gv+UC9em9bNY1rs5o707+evLnk/XJwc3Zflfy9sn6O6uy9qut3qs+1bfOqXPrGukqCBAgQIDAIAQUSYAAAQIECBAgQIBARwTqH7U6MlXTJEBg/gTMiAABAqsSuEt6/36yftPvkdnOKp6UC/m6zyAIAgQIECBAgAABAmsj4KoECBAgQIDA0AQsIA7tjquXAAECBAiUwPrmpgz34uS1yacl2+LNaXx2crXx9pzwgaQgQIAAAQIECBAgQIAAAQIEmgKOCRAgsJMCFhB3Es5pBAgQIECAwIoE6vcNa+GwvrLzW1rOqMW/rWl/SvLvk6uJL6bzs5KCwKAEFEuAAAECBAgQIECAAAECBAj0X2CjK7SAuNF3wPgECBAgQKCfAj+Vsj6a/IPkDyab8ck0/Gyy+v1lthX/r15WkUen738mBQECBAgQ6IKAORIgQIAAAQIECBAgQKAzAhYQO3OrTHT+BMyIAAECBFoE7pu29yTPTe6fbMaX0vDLyfskq18241jNAuKpOevCpCBAgAABAgQIECCwxgIuT4AAAQIECBAYnoAFxOHdcxUTIECAAIG1EPjuXPTk5MeSRyTb4lVp3Cv5u8m2uLGtsaXtH9L23KQgQIAAAQIECBAgQIAAAQI7FvAOAQIECOy0gAXEnaZzIgECBAgQIHCLwAuyrd85fEa2bfG2NP5wsvr9V7Y7ipV8AvHmnPyE5Er6ppvom4B6CBAgQIAAAQIECBAgQIAAgf4LqHDjBSwgbvw9MAMCBAgQINBVgSdl4lcnX5m8Q7IZ56XhwOQvJK9K3lasZFHwpFzk0qQgQIAAgW4JmC0BAgQIECBAgAABAgQIdEjAAmKHbtZ8TdVsCBAgQGDAAj+Z2i9Ovjl512Qz/jYNRyaX+mV3RbHcpxPrArVYWZ9irH1JgAABAgQIECCwLgIGIUCAAAECBAgQGKKABcQh3nU1EyAwbAHVE9h5gR/Nqe9M/nnygGQzrk/Ds5M/knxHcrWx3G8g3pSLPT75taQgQIAAAQIECBAgQIAAgdsS8D4BAgQIENgFAQuIu4DnVAIECBAgMBCB70qd9dWhn8z2Mcm2+O001qcRq192dypqkfDrOzjzN9N+RXLQoXgCBAgQIECAAAECBAgQIECg/wIqJDAPAhYQ5+EumAMBAgQIEJhfgV/L1K5NHpdsizPSuE/yV5P/mdzVaPsdxM/loi9JCgIECHRVwLwJECBAgAABAgQIECBAgECnBCwg7tTtchIBAgQIEOi9wNGpcFvy1cndks24MA0HJ5f6ZXcmcUPLVer3FP+npV0TAQIECBAgQGCNBVyeAAECBAgQIECAwDAFLCAO876rmsBwBVROgMBtCRySDn+RfHvy7slm1KcBn5DGhyQvSs46/qtxwRfl+FNJQYAAAQIECBAgQIAAgZUL6EmAAAECBAjskoAFxF3iczIBAgQIEOiNwL6p5I+T5ycflGzG/03DrySX+mV3TWJyAbF+c/FVS6PYEiBAgAABAgQIECBAgAABAv0XUCEBAvMhYAFxPu6DWRAgQIAAgY0SuGMG/p3kZ5KPT7bFa9O4V/I1ybWOpd9A/EYGqvnclK0gQKDbAmZPgAABAgQIECBAgAABAgQIdExgJxYQO1ah6RIgQIAAAQI7Enhu3rg2+ZxkW5yZxnsmq99Xsl2PWFpAfGEGq69LzUYQIECAAAECGyNgVAIECBAgQIAAAQIEhipgAXGod17dwxRQNQECBBYFfi6bzybrE4XfkW0zPpyGQ5P1CcDql911i1pAvDSj1acisxEECBAgQIAAAQIECKxawAkECBAgQIAAgV0UsIC4i4BOJ0CAAAEC6yEwozEenOt8KPlHyXskm/H5NDwxWf0uyHYj4t8z6BOSNycFAQIECBAgQIAAAQIECBAYlIBiCRAgMC8CFhDn5U6YBwECBAgQWDuBzbn06cmLkgcnm3FjGp6fvHvy7cmNjBdn8H9ICgJ9EVAHAQIECBAgQIAAAQIECBAg0H+B3lVoAbF3t1RBBAgQIEBgLLB79n4reWXyqGRbvCGNeyV/MzkP8aV5mIQ5ECBAgACB0YgBAQIECBAgQIAAAQIEhitgAXG49354lauYAAECwxI4PuVem/yVZFu8K433Th6X/HJSECBAgAABAgQIEOiHgCoIECBAgAABAgR2WcAC4i4TugABAgQIrLWA669K4LHp/enk65J7JJtxaRoelqx+n8pWECBAgAABAgQIECBAgACBuRAwCQIECBCYHwELiPNzL8yEAAECBAjsisADc/IHk+9I3ivZjGvS8OTkAcnql40gsOYCBiBAgAABAgQIECBAgAABAgT6L6DCHgpYQOzhTVUSAQIECAxKYO9U+9bkR5IPTTbja2l4YbL6vSVbQYAAAQIEViCgCwECBAgQIECAAAECBAgMWcAC4lDuvjoJECBAoG8C35aCTkxelXxisi1+L417JatfNoIAAQIECBAgQKD3AgokQIAAAQIECBAgMAMBC4gzQHQJAgQIrKWAaxNoEXhW2q5NnpBsi7PSeL/kM5P/mhQECBAgQIAAAQIECBAgMOcCpkeAAAECBOZJwALiPN0NcyFAgAABAssLPDpvfzz5huSdks24LA2PSC71y67YQAFDEyBAgAABAgQIECBAgAABAv0XUCGBXgpYQOzlbVUUAQIECPRM4AGp5/3Jdyfvk2zGP6ThqcmfSJ6bFAQIECCwSwJOJkCAAAECBAgQIECAAAECwxYYxgLisO+x6gkQIECguwI/lKm/KXlp8uHJZvx3Gl6avGuy+mUjCBAgQIAAAQIDFlA6AQIECBAgQIAAAQIzEbCAOBNGFyFAYK0EXJfAQAVul7p/I1m/c/iUbNvilDTulfz15E1JQYAAAQIECBAgQIAAgc4KmDgBAgQIECAwXwIWEOfrfpgNAQIECBB4eghq4fBF2bbFn6bx/snq98/ZzmuYFwECBAgQIECAAAECBAgQINB/ARUSINBTAQuIPb2xyiJAgACBzgkcnhn/dfKNyTsnm3FFGh55S9Z+dgUBAgTWQsA1CRAgQIAAAQIECBAgQIAAgf4LLF+hBcTlfbxLgAABAgTWWqA+TVifKjw7A/1Yshn1KcP6tOFSv+b7jgkQIECAAAECiwJeCRAgQIAAAQIECBAgMCMBC4gzgnQZAmsh4JoECPRa4PtT3anJy5M/nWxG/a5h/b5h/c5h/d5h833HBAgQIECAAAECBAj0REAZBAgQIECAAIF5E7CAOG93xHwIECBAoA8Cy9XwzXnzpclrk8ck2+JNaayFw+r339kXBAgQIECAAAECBAgQIECAwPwJmBEBAgR6K2ABsbe3VmEECBAgMIcCtWBYC4cvy9xqITGbqTg3Rz+RfGryC0lBgMC6CxiQAAECBAgQIECAAAECBAgQ6L+ACm9LwALibQl5nwABAgQI7LrAI3KJ+qrS+srS+urSHE7Fx3N0RLL6XZatIECAAAECBFYroD8BAgQIECBAgAABAgQIzEzAAuLMKF1o1gKuR4AAgR4I/FhqODv5Z8n7J5vxr2l4ZvJ+yeqXjSBAgAABAgQIECAwLAHVEiBAgAABAgQIzJ+ABcT5uydmRIAAga4LmP9odOcgvDH518nDk23xyjTW7xz+XraCAAECBAgQIECAAAECBAh0TcB8CRAgQKDHAhYQe3xzlUaAAAECGyLwooxav3P49Gzb4i1p3DtZ/b6WrSAwRwKmQoAAAQIECBAgQIAAAQIECPRfQIUEblvAAuJtG+lBgAABAgRWIvCUdKqFw9/I9nbJZvx5Gg5IPjl5TVIQIECAAIHZCbgSAQIECBAgQIAAAQIECBCYoYAFxBlizvJSrkWAAAECnRF4eGZ6afJNyR9KNuNTaXhscqlfdgUBAgQIECBAgACBRQGvBAgQIECAAAECBOZRwALiPN4VcyJAoMsC5j4cgfuk1Hcn3598QLIZ16XhuOS9k+9KCgIECBAgQIAAAQIECBDoj4BKCBAgQIBArwUsIPb69iqOAAECBNZA4E655huSH08+OtkWv5nGuyarXzaiGwJmSYAAAQIECBAgQIAAAQIECPRfQIUECKxEwALiSpT0IUCAAAECiwInZFO/c/isbNvi7Wm8e/L5yRuTggABAgTWQ8AYBAgQIECAAAECBAgQIECAwEwF5nIBcaYVuhgBAgQIENh1gSfmEp9Pnpj8tmQzLkjDg5NL/bIrCBAgQIAAAQIEbkvA+wQIECBAgAABAgQIzKeABcT5vC9mRaCrAuZNoG8CD01BH0m+NXm3ZDM+k4bHJw9NfjgpCBAgQIAAAQIECBAgMAQBNRIgQIAAAQI9F7CA2PMbrDwCBAgQ2CmBe+WsM5MfTD4w2YyvpOG5yaV+2e16mD8BAgQIECBAgAABAgQIECDQfwEVEiBAYGUCFhBX5qQXAQIECAxDYI+U+brkp5OPS7bFa9K4V/K1SUGAAIGNFzADAgQIECBAgAABAgQIECBAoP8C61yhBcR1BjccAQIECMytwK9kZtcmj0+2xR+n8R7J6vd/sxUECBAgQIAAgV0ScDIBAgQIECBAgAABAgTmVcAC4rzeGfPqooA5EyDQTYGjMu0rk7+V3D3ZjIvS8JDkE5LVLxtBgAABAgQIECBAgMCABZROgAABAgQIEOi9gAXE3t9iBRIgQIDADgQOTnstDp4+Go02Z78Z29JwdLL6XZitIECAAAECBAgQIECAAAECBDotYPIECBAgsFIBC4grldKPAAECBPoiUF9D+kcp5kPJByeb8Z9p+NXkPskzkoIAgXkWMDcCBAgQIECAAAECBAgQIECg/wIqXHcBC4jrTm5AAgQIENggge/IuK9Jfjb5c8m2OCmNeyV/OykIECBAgACBNRRwaQIECBAgQIAAAQIECBCYXwELiPN7b7o2M/MlQIDAPAs8J5O7NvncZFu8I40/knx28t+TggABAgQIECBAgACBdgGtBAgQIECAAAECAxCwgDiAm6xEAgQILC/Q63ePTHWfSf5O8o7JZlychocmq9/fZisIECBAgAABAgQIECBAgEBPBZRFgAABAgRWLmABceVWehIgQIBAdwQelKmen/yT5L7JZlyVhl9IHpisftkIAh0UMGUCBAgQIECAAAECBAgQIECg/wIqJLABAhYQNwDdkAQIECCwZgI/nCu/PfkXyUOSzfivNJyQrH5vy1YQIECAAIENETAoAQIECBAgQIAAAQIECBCYZwELiLO5O65CgAABAhsrsFuGf3Xy75JHJ9vid9O4V7L6ZcR0Kb4AABAASURBVCMIECBAgAABAgQIrFrACQQIECBAgAABAgQGIWABcRC3WZEECOxYwDs9EDguNVyb/LVkW7w7jfdJ/nLyS0lBgAABAgQIECBAgAABAoMTUDABAgQIECCwGgELiKvR0pcAAQIE5kngMZnMJ5MnJb8r2Yy/TMNPJZf6ZVf0SkAxBAgQIECAAAECBAgQIECAQP8FVEiAwIYIWEDcEHaDEiBAgMAuCByQc/88+c7kjyabUZ9GfEoatyY/kBQECBAgMGcCpkOAAAECBAgQIECAAAECBAjMt8AsFhDnu0KzI0CAAIG+CNw1hbw5eXHyJ5PN+HoaXpxc6pddQYAAAQIECBAgMEMBlyJAgAABAgQIECBAYCACFhAHcqOVSaBdQCuBTgjcIbN8ZfLq5JOSbfHGNO6VfEVSECBAgAABAgQIECBAgMCUgAMCBAgQIECAwOoELCCuzktvAgQIEFhfgWdkuPpK0hdk2xbnpPHHk9XvX7IdTqiUAAECBAgQIECAAAECBAgQ6L+ACgkQILBBAhYQNwjesAQIECCwrMARefdjyZOT351sxuVp+Onko5J/kxQECBDojICJEiBAgAABAgQIECBAgAABAv0X6HqFFhC7fgfNnwABAv0S2D/lvC/5nuR9k834xzQcm1zql11BgAABAgQIEFgXAYMQIECAAAECBAgQIEBgMAIWEAdzqxW6vYAWAgTmSOAHM5c/SH40eViyGf+Thpcl63cOT8tWECBAgAABAgQIECBAYIUCuhEgQIAAAQIECKxWwALiasX0J0CAAIFZCnxLLvbyZP3O4S9m2xa1YFgLh9Xv/1vo4IUAAQIECBAgQIAAAQIECBDov4AKCRAgQGDDBCwgbhi9gQkQIDB4gadFoBYOX5LtpmQz/iwNW5L1laX/lK0gQKAHAkogQIAAAQIECBAgQIAAAQIE+i+gwu4LWEDs/j1UAQECBLom8DOZ8BXJ30/eJdmMv0nD4cnq91fZCgIECBAgQGDjBcyAAAECBAgQIECAAAECBAYkYAFxQDd7ulRHBAgQWHeB/TLie2/JH8+2GV9Mwy8l673ql11BgAABAgQIECBAgMCuCTibAAECBAgQIECAwOoFLCCu3swZBAgQ2FiB7o1enzI8JdOuTxPWpwqzu138Rlr2StanErMRBAgQIECAAAECBAgQIEBg4ALKJ0CAAAECGyhgAXED8Q1NgACBngvUM6Z+37B+57B+x7Ct3D9MYy0cVr9vZF8Q6LWA4ggQIECAAAECBAgQIECAAIH+C6iQQB8E6h93+1CHGggQIEBgvgSemunUwuHLs/2WZDPen4YHJH8x+fdJQYAAAQIE5lnA3AgQIECAAAECBAgQIECAwKAEBrqAOKh7rFgCBAisp8BhGeyjydOSP5BsxifS8LPJpX7ZFQQIECBAgAABAgTWSsB1CRAgQIAAAQIECBDYGQELiDuj5hwCBDZOwMjzKnC/TOys5PuS+yeb8W9peFbyvsn3JAUBAgQIECBAgAABAgQIENixgHcIECBAgACBDRWwgLih/AYnQIBA5wW+JxWcnPyb5KOSbfGqNN41Wf2yEUMVUDcBAgQIECBAgAABAgQIECDQfwEVEiDQDwELiP24j6ogQIDARgi8MIPW7xw+I9u2eGsa75Z8QfK/koIAAQIEuilg1gQIECBAgAABAgQIECBAgED/BaYqtIA4xeGAAAECBFYg8KT0uTr5iuTtk804Lw0HJpf6ZVcQIECAAAECBAisv4ARCRAgQIAAAQIECBAgsHMCFhB3zs1ZBDZGwKgENlbgYRn+kuSbk/WVpNlMxadz9LjkTyYvTgoCBAgQIECAAAECBAgQ2BkB5xAgQIAAAQIENljAAuIG3wDDEyBAoAMCP5o5vjP5geTWZDOuT8Ozk0v9siuaAo4JECBAgAABAgQIECBAgACB/guokAABAn0RsIDYlzupDgIECMxeYM9c8vXJTyYfk2yL30rjXsmTkoIAAQJ9FFATAQIECBAgQIAAAQIECBAg0H8BFTYELCA2QBwSIECAwILAr+X12uQvJ9vijDRuTla/G7IVBAgQIECAAIE5EzAdAgQIECBAgAABAgQIENhZAQuIOyvnvPUXMCIBAush8PMZ5O+Sr05+e7IZH0rDQcmjk9UvG0GAAAECBAgQIECAAIEZCrgUAQIECBAgQIDAhgtYQNzwW2ACBAgQmAuBQzKLDyfflvzhZDM+l4YnJKvfX2S7qtCZAAECBAgQIECAAAECBAgQ6L+ACgkQIECgPwIWEPtzL1VCgACBnRG4Z076k+T5yQOTzfiPNDwvuW/yj5OCAIFhCaiWAAECBAgQIECAAAECBAgQ6L+ACglsJ2ABcTsSDQQIEBiEwB1T5WuTf5s8MtkW9f5eeeN3koIAAQIECBDolIDJEiBAgAABAgQIECBAgACBnRewgLjzdut7ptEIECAwO4H6ROG1udyzk21Rn0isTyY+N2/WJxCzEQQIECBAgAABAgQIrIuAQQgQIECAAAECBAjMgYAFxDm4CaZAgEC/Beaoup/LXD6X/O3kdySb8eE0HJKsfp/NVhAgQIAAAQIECBAgQIAAAQIrFNCNAAECBAj0ScACYp/uploIECDQLnBQmj+U/KPkPslm/F0afj754GT1y0YQIDAajSAQIECAAAECBAgQIECAAAEC/RdQIQECLQIWEFtQNBEgQKAnAptTxxnJC5MHJ5txYxp+LVn9Ts9WECBAgACBnggogwABAgQIECBAgAABAgQIENgVgW4sIO5Khc4lQIDA8AT+d0r+reSVySck2+L1adwrWf2yEQQIECBAgAABAgTmQMAUCBAgQIAAAQIECBCYCwELiHNxG0yCQH8FVLbuAs/OiNcmfyXZFu9M448mj09+OSkIECBAgAABAgQIECBAgMAuC7gAAQIECBAg0C8BC4j9up+qIUBguAKPS+mfTr42+Z3JZlyShocll/plVxBYVsCbBAgQIECAAAECBAgQIECAQP8FVEiAAIFWAQuIrSwaCRAg0BmBAzPT85JnJu+VbMbVaXhS8oHJDyYFAQIECPReQIEECBAgQIAAAQIECBAgQIBA/wXWtkILiGvr6+oECBBYK4G75cJvTX44eWiyGV9NwwuTS/2yKwgQIECAAAECBOZawOQIECBAgAABAgQIECAwJwIWEOfkRphGPwVURWANBL4913xV8vPJJybb4uQ07pU8MSkIECBAgAABAgQIECBAYI0FXJ4AAQIECBAg0DcBC4h9u6PqIUCgzwLPSnHXJJ+fbIuz0ni/ZPX7t2zFzgs4kwABAgQIECBAgAABAgQIEOi/gAoJECBAYAcCFhB3AKOZAAECcyTws5nLJ5JvSN4p2YyPpuGw5KOTH08KAgQIDFhA6QQIECBAgAABAgQIECBAgED/BVS41gIWENda2PUJECCw8wIPyKnvT74ree9kM/4hDU9NLvXLriBAgAABAgQIdFTAtAkQIECAAAECBAgQIEBgbgQsIM7NrejfRFREgMBOC9TvF/5hzr40+fBkM76Rhpckq9+bshUECBAgQIAAAQIECBDYMAEDEyBAgAABAgQI9E/AAmL/7qmKCBDorsDtMvXfSNbvHD4527Y4JY21cFj9bs7+WoRrEiBAgAABAgQIECBAgAABAv0XUCEBAgQIENihgAXEHdJ4gwABAusq8EsZ7drki5Jt8d407pd8evKLSUGAAIEWAU0ECBAgQIAAAQIECBAgQIBA/wVUSGDtBSwgrr2xEQgQILCcwOF582+Sv5e8c7IZV6ThZ5LV76+zFQQIECBAgEAfBdREgAABAgQIECBAgAABAgTmSMAC4hrdDJclQIDAbQhsyft/ljw7eb9kM/4pDU9L3j9Z/bIRBAgQIECAAAECBAjMm4D5ECBAgAABAgQIEOijgAXEPt5VNREgsCsCa33u92eA05KXJR+RbMZNaXh5cq/kqUlBgAABAgQIECBAgAABAgQIzF7AFQkQIECAAIFlBCwgLoPjLQIECMxQ4H/lWi9L1u8cPjXbtviDNNbCYfX7n+wLAgRWJaAzAQIECBAgQIAAAQIECBAg0H8BFRIgsB4CFhDXQ9kYBAgMXeDYANTC4Uuz/eZkM96Xhv2TxyS/kBQECBAgQGBYAqolQIAAAQIECBAgQIAAAQIE5kpgTRYQ56pCkyFAgMDGCfx0hr48eUry+5LN+Fgajkgu9cuuIECAAAECBAgQINAdATMlQIAAAQIECBAgQKCfAhYQ+3lfVUVgZwWcNxuBH89lzkn+afL+yWb8Sxqekfyx5NlJQYAAAQIECBAgQIAAAQIE1lPAWAQIECBAgACBZQUsIC7L400CBAisSuB70/uNySuSj0y2xSvTeNdk9ctGEJiVgOsQIECAAAECBAgQIECAAAEC/RdQIQECBNZHwALi+jgbhQCBfgtsSnkvTtbvHD4927Z4cxpr4fBF2X4tKQgQIECAwKKAVwIECBAgQIAAAQIECBAgQKD/Ah2r0AJix26Y6RIgMHcCT8mMrkn+evJbk8348zQckKx+tcCYXUGAAAECBAgQINAHATUQIECAAAECBAgQIECgrwIWEPt6Z9W1MwLOIbAagZ9K579Mvin5Q8lmfDINj0k+PHlpUhAgQIAAAQIECBAgQIDAfAiYBQECBAgQIECAwG0IWEC8DSBvEyBAoCFwnxy/O3lu8ieSzbguDccll/plV6y9gBEIECBAgAABAgQIECBAgACB/guokAABAgTWS8AC4npJG4cAga4LfHcK+N3kx5OPTrbFq9O4V/INSUGAAAECKxHQhwABAgQIECBAgAABAgQIEOi/gAo7J2ABsXO3zIQJENgAgRMyZv1+4TOzbYu3p/GHk9Xv/2UrCBAgQIAAAQK9F1AgAQIECBAgQIAAAQIECPRXwAJif+/taivTnwCB7QV+IU1XJU9M3iHZjPPT8KDkE5PVLxtBgAABAgQIECBAgACBuRYwOQIECBAgQIAAAQK3KWAB8TaJdCBAYIACD03NFyffktw72YzPpOHxyer3kWw3OAxPgAABAgQIECBAgAABAgQI9F9AhQQIECBAYP0ELCCun7WRCBCYf4EfyRTfkfxg8oBkM/49Dc9J3it5ZlIQIEBg1wScTYAAAQIECBAgQIAAAQIECPRfQIUEOihgAbGDN82UCRCYucAeueJJyU8lH5tsi9ekca/k65KCAAECBAgQGLiA8gkQIECAAAECBAgQIECAQJ8FLCAu3l2vBAgMV+BXU/q1yeOSbfFHabxH8leS/5kUBAgQIECAAAECBAh0V8DMCRAgQIAAAQIECBBYgYAFxBUg6UKAwDwL7PTcjsqZ25K/mdw92YyL0nBwsvpdma0gQIAAAQIECBAgQIAAAQIENkzAwAQIECBAgMB6ClhAXE9tYxEgMA8CD8kkanHw9GzvnmxGLRbWomEtHla/5vuOCRCYlYDrECBAgAABAgQIECBAgAABAv0XUCEgenK7AAAQAElEQVQBAp0UsIDYydtm0gQI7IRAfQ3pH+e8C5IPTjajvp60vqa0+tXXljbfd0yAAAECBAjcImBDgAABAgQIECBAgAABAgQI9FugFhD7XaHqCBAYusD/CcBrkp9NPj7ZFq9L417J6peNIECAAAECBAgQINBLAUURIECAAAECBAgQIEBgRQIWEFfEpBOBeRUwr9sQeG7evzZZ22y2izPTcq/kc5L/nhQECBAgQIAAAQIECBAgQGAOBUyJAAECBAgQILC+AhYQ19fbaAQIrI9AfdLwMxmqPlFYn0DM7lR8JEcPTS71y64gsM4ChiNAgAABAgQIECBAgAABAgT6L6BCAgQIdFTAAmJHb5xpEyDQKlC/bVi/cVi/dbhvS4/Pp+2JyQclz08KAgQIECCwagEnECBAgAABAgQIECBAgAABAv0XGHqFFhCH/l+A+gn0Q+DuKePtyYuSD0k24/+l4YTkUr/sCgIECBAgQIAAgYEJKJcAAQIECBAgQIAAAQIEVihgAXGFULrNo4A5ERjtHoPfTG5LHp1sizekca/kq5OCAAECBAgQIECAAAECBDonYMIECBAgQIAAAQLrLWABcb3FjUeAwKwEjsuFrkn+arIt3p3G+ySr33XZinkSMBcCBAgQIECAAAECBAgQIECg/wIqJECAAIHOClhA7OytM3ECgxV4bCr/VPKk5Hclm3FpGh6efEzyk0lBgAABAjMUcCkCBAgQIECAAAECBAgQIECg/wIqJGAB0X8DBAh0ReCATPTPk+9I/kiyGdem4SnJpX7ZFQQIECBAgAABArcI2BAgQIAAAQIECBAgQIAAgRULWEBcMdW8dTQfAoMR2DuVviV5cfInk834WhpelLxr8s1JQYAAAQIECBAgQIAAgR4JKIUAAQIECBAgQIDA+gtYQFx/cyMSILAygTuk2yuTVyV/IdkWb0zjXsnql01HwjQJECBAgAABAgQIECBAgACB/guokAABAgQIdFjAAmKHb56pE+ixwDNTW30l6QuybYuz0/hjyWck/zUpCBAgsC4CBiFAgAABAgQIECBAgAABAgT6L6BCAgRGIwuI/isgQGCeBI7IZD6e/N3kdyebcXkaHpGsfh/LVhAgQIAAAQIEViKgDwECBAgQIECAAAECBAgQILAKgY4uIK6iQl0JEOiCwE9kkucm35O8T7IZX0jDMcn9k9UvG0GAAAECBAgQIECAQP8FVEiAAAECBAgQIECAwEYIWEDcCHVjEhiywHTtP5jDNyX/MvlTyWb8Txpemtwr+QdJQYAAAQIECBAgQIAAAQIECHRBwBwJECBAgACBTgtYQOz07TN5Ap0V+NbM/NeT9TuHT8m2LU5NYy0cVr+bsi8IENhgAcMTIECAAAECBAgQIECAAAEC/RdQIQECBErAAmIpSAIE1lPg6RmsFg5fnO2mZDP+NA33Tz4t+U9JQYAAAQIECOyagLMJECBAgAABAgQIECBAgACB/gvMtEILiDPldDECBJYReGTeuyL5xuT3Jpvx12k4PLnUL7uCAAECBAgQIECAwJAF1E6AAAECBAgQIECAAIGNEbCAuDHuRh2qwDDrrk8T1qcKz0n5P55sxhfTUJ9K3C/b9yYFAQIECBAgQIAAAQIECBDotoDZEyBAgAABAgQ6LmABseM30PQJzLHA92VupyQvT/50shk3p+E3kvU7h9Uvu4LA/AqYGQECBAgQIECAAAECBAgQINB/ARUSIECAwKKABcRFB68ECMxO4JtzqZcm63cOj822Ld6Uxlo4fEm230gKAgQIECCwVgKuS4AAAQIECBAgQIAAAQIECPRfQIUzFrCAOGNQlyMwcIGnpv5rki9L/q9kM96fhgckq98/ZCsIECBAgAABAgQI7EBAMwECBAgQIECAAAECBAhslIAFxI2SH+K4au6zwCNS3GXJ05I/kGzGx9Pw6ORhyY8mBQECBAgQIECAAAECBAj0VUBdBAgQIECAAAECnRewgNj5W6gAAhsqcL+Mflbyz5Jbks34tzQ8K7nUL7uiiwLmTIAAAQIECBAgQIAAAQIECPRfQIUECBAgQGBJwALikoQtAQKrEbhzOv9e8m+Sj0q2xYlprN85PDlbQYAAAQIbI2BUAgQIECBAgAABAgQIECBAoP8CKiQwcwELiDMndUECvRd4YSq8NvlLybZ4axr3Tla/r2YrCBAgQIAAAQIEVi3gBAIECBAgQIAAAQIECBAgsHECFhDXy944BLov8OSUcE3yFcnbJZvxwTQ8MPmkZPXLRhAgQIAAAQIECBAgQGBgAsolQIAAAQIECBAg0AMBC4g9uIlKILDGAg/L9S9N/mGyvpI0m6n4dI4el6x+l2Tbu1AQAQIECBAgQIAAAQIECBAg0H8BFRIgQIAAAQK3ClhAvNXCHgEC0wL3zuG7kh9IPiDZjC+n4fjkjybfmRQECBCYNwHzIUCAAAECBAgQIECAAAECBPovoEICBNZAwALiGqC6JIGOC+yZ+b8h+Ynkzybb4rfSWJ9GfH22ggABAgQIECAwYwGXI0CAAAECBAgQIECAAAECBDZSYH0WEDeyQmMTILAageen87XJZyXb4vQ0bk7+WvLGpCBAgAABAgQIECBAgMCtAvYIECBAgAABAgQIEOiFgAXEXtxGRRDYZYGfzxU+n3xV8tuT47hl50PZPjhZ/f4uW0GAAAECBAgQIECAAAECBAj0SEApBAgQIECAAIFJAQuIkxr2CQxP4NCU/OHk25J3Szbjs2n4ueQhyeqXjSBAoCMCpkmAAAECBAgQIECAAAECBAj0X0CFBAgQWBMBC4hrwuqiBOZe4J6Z4ZnJ85IHJpvxH2l4brL6/Um2ggABAgQIEFg3AQMRIECAAAECBAgQIECAAAEC/ReY7wotIM73/TE7ArMW+M5c8LXJv00+LtkWv5PGvZLVLxtBgAABAgQIECBAgMCKBHQiQIAAAQIECBAgQIBATwQsIPbkRipjbQR6dtVfST3XJp+dbIs/TuO+yecl6xOI2QgCBAgQIECAAAECBAgQINB/ARUSIECAAAECBAhMC1hAnPZwRKCPAk9IUZ9L/lbyfyeb8RdpqN84XOqXQ0Gg8wIKIECAAAECBAgQIECAAAECBPovoEICBAgQWCMBC4hrBOuyBOZA4ODM4cLkGcl9ks3YloajkwclP5QUBAgQIEBgDgRMgQABAgQIECBAgAABAgQIEOi/gArnXcAC4rzfIfMjsHqBWiysRcNaFKzFweYVbkjDryWX+mVXECBAgAABAgQIENhFAacTIECAAAECBAgQIECAQG8ELCD25lbOvhBX7JzAd2TGv52sryutryPN7nZxUlr2StbXmWYjCBAgQIAAAQIECBAgQGDoAuonQIAAAQIECBAg0BSwgNgUcUygmwLPzrSvST4v2RbvTOOPJqvf9dmKfguojgABAgQIECBAgAABAgQIEOi/gAoJECBAgMCaCVhAXDNaFyawLgJHZpS/Tb42+Z3JZlychp9MPi756aQgQIAAgbkWMDkCBAgQIECAAAECBAgQIECg/wIqJDD/AhYQ5/8emSGBNoED03he8k+S90w24+o0PCm51C+7ggABAgQIECBAYM0EXJgAAQIECBAgQIAAAQIECPRIwALiDm6mZgJzKvDDmdfbkh9OHppsxn+l4QXJuyXfmhQECBAgQIAAAQIECBAgsIyAtwgQIECAAAECBAgQ2F7AAuL2JloIzKPAt2dSr0r+XfLnk21xchr3Sla/bAYbCidAgAABAgQIECBAgAABAgT6L6BCAgQIECBAYA0FLCCuIa5LE5iRwC/nOtcmn59si/ek8b7JZyW/lBQECBDoqIBpEyBAgAABAgQIECBAgAABAv0XUCEBAl0QsIDYhbtkjkMV+NkU/snk65N7Jpvx0TT8VLL6fSJbQYAAAQIECBDYGAGjEiBAgAABAgQIECBAgAABAr0SaF1A7FWFiiHQPYGtmfIHku9K/miyGX+fhl9MPiBZ/bIRBAgQIECAAAECBAgQWL2AMwgQIECAAAECBAgQINAmYAGxTUUbgY0RqN8vfHOGviT5sGQzvpGGFyer3x9m2xbaCBAgQIAAAQIECBAgQIAAgf4LqJAAAQIECBAgsKYCFhDXlNfFCaxI4Pbp9YrkNcknJdvi99NYC4fVL7uCAIH+CaiIAAECBAgQIECAAAECBAgQ6L+ACgkQINANAQuI3bhPZtlfgWektGuTL0y2xTlp/PHkLyW/mBQECBAgQIDAvAmYDwECBAgQIECAAAECBAgQINB/gYFVaAFxYDdcuXMj8KjM5G+SJye/J9mMv0rDzySX+mVXECBAgAABAgQIECAwSwHXIkCAAAECBAgQIECAAIF2AQuI7S5auynQhVnvn0m+L3lW8n7JZvxTGo5Nbkn+WVIQIECAAAECBAgQIECAAAEC0wKOCBAgQIAAAQIE1ljAAuIaA7s8gVsEfiDb05IfTR6WbMb/l4aXJ+t3DqtfdgWBIQmolQABAgQIECBAgAABAgQIEOi/gAoJECBAoCsCFhC7cqfMs6sC35KJ18Jg/c7hU7PfFrVgWAuHL8ub/5MUBAgQIECgOwJmSoAAAQIECBAgQIAAAQIECPRfQIWDE7CAOLhbruB1FKivIr0m470k2fZ/a/VVpvWVptXvH9NHECBAgAABAgQIEFg3AQMRIECAAAECBAgQIECAAIEdCbQtauyor/b5FjC7+RH4mUzlr5KnJL8v2Yy/ScOjkj+dvDwpCBAgQIAAAQIECBAgQIDASgX0I0CAAAECBAgQILDmAhYQ15zYAAMS+PHUek7yvcn9ks34lzQ8I7nUL7uCQAlIAgQIECBAgAABAgQIECBAoP8CKiRAgAABAt0RsIDYnXtlpvMrcJdM7feTVyQfmWyLV6SxfufwjdkKAgQIEOiLgDoIECBAgAABAgQIECBAgACB/guokMAABSwgDvCmK3lmAptypRcnr00+LdkWb05jLRxWv69nXxAgQIAAAQIECMyBgCkQIECAAAECBAgQIECAAAECOxboywLijiv0DoG1EfjFXLYWDn89229JNuMDadiafEry75OCAAECBAgQIECAAAECBHZdwBUIECBAgAABAgQIEFgHAQuI64BsiF4J/FSq+WjyD5I/mGzGJ9PwmGT1+8tsxW0K6ECAAAECBAgQIECAAAECBAj0X0CFBAgQIECAQJcELCB26W6Z60YK3DeDvyd5bnL/ZDO+lIZfTt4n+e6kIECAQP8FVEiAAAECBAgQIECAAAECBAj0X0CFBAgMUsAC4iBvu6JXIfDd6Xty8mPJI5Jt8eo01u8c/m62ggABAgQIECAw9wImSIAAAQIECBAgQIAAAQIECPRfYFcqtIC4K3rO7bvAC1Jg/c7hM7Jti7el8YeTJyT/KykIECBAgAABAgQIECCwlgKuTYAAAQIECBAgQIAAgXURsIC4LswG6ZjAL2S+VydfmbxDshnnp+HAZPW7F66eXAAAEABJREFUKttdCKcSIECAAAECBAgQIECAAAEC/RdQIQECBAgQIECgWwIWELt1v8x2bQV+Mpe/OPmW5F2TzfjbNByZfGiy+mUjCBAYrIDCCRAgQIAAAQIECBAgQIAAgf4LqJAAAQIDFbCAONAbr+wpgR/J0TuTf548INmMf0/Ds5PV7x3ZCgIECBAgQKDDAqZOgAABAgQIECBAgAABAgQI9F9AhbsmYAFxZX57p9vPJl+SfHvyw8ltyS8nv5a86Zas/Wqr96pP9a1z6ty6RrqJORL4rszlpOSnko9JtsVvp3GvZPXLRhAgQIAAgbFAPdvrGV/P+nrm17O//gaovwXqbwJ/H4yp7BAgQGAmAi5CgAABAgQIECBAgAABAuskYAGxHfr703xMsj5t9sVs63fu3pXty5NHJ+v37+6e7R7J2yU33ZK1X231XvWpvnVOnVvXqGvVNevaNUZOG3JsaO2/ltGvTR6XbIsz0rhP8leT/5kUBAgQIECgnt31DK9neT3T69lez/h61tczv5799TdA/S1QfxP4+8B/MwQIECBAgACBBQEvBAgQIECAAAECXROwgHjrHbtjdp+ZrE8PfCHbU5OPTd45Oauoa9U169o1Ro1VY9bYsxrDdZYXqH/grU+HvDrddks248I0HJxc6pddQYDAdgIaCAxHoJ7R9ayuZ3Y9u+sZXs/yeqbPSqGuVdesa9cYNVaNWWPPagzXIUCAAAECBAgQIECAwOoFnEGAAAECgxWwgDga7Ze7/6bk9cnfTdanB7JZl6ixaswau+ZQc1mXgQc4yCGp+S+S9RVz9emQ7E7F53L0hORDkhclBQECBAgMW6CeyfVsrmd0Pavrmb1eIjVWjVlj1xxqLjMb24UIECBAgAABAgQIECBAgACB/guokMCuCgx5AXFr8M5O/lXyKcn6mrFsto/ddtttdNBBB42OP/740SmnnDI677zzRp/5zGdGX/rSl0Zf/epXRzfddNNC1n611XvVp/rWOXVuXWP7K49bauyaQ82l5nTA+B07uyqwby7wx8nzkw9KNuP/puFXkkv9sisIECBAYMAC/j4Y8M1XOoE5FzA9AgQIECBAgAABAgQIECCwbgJDXEDcO7qnJy9JHp5sja1bt45e8YpXjC677LLRDTfcMLrwwgtHr3vd60bHHnvs6NBDDx3tu+++oz333HN0+9vffrRp06aFrP1qq/eqT/Wtc+rcukZdq65Z1x6NWoetxsPzcnGy5lhzza7YCYE75pzfSX4m+fhkW7w2jXslX5MUBAgQIDBsgXrm1rPX3wfD/u9A9QQIECBAYA0EXJIAAQIECBAgQIBA9wSGtoD4/NyizyePSm4XmzdvXlg0vOqqq0aXXHLJ6IUvfOFoy5Yt2/Xb2Ya6Vl2zrl1j1GJijbmD69Uca6415x100bwDgeem/Zrkc5JtcWYa75Wsfl/JVhBYnYDeBAj0TaCetfXMrWfvdrXVs7qe2fXsrmd4Pcvrmb5dx51sqGvVNevaNUaNVWPu4HI1x5przXkHXTQTIECAAAECBAgQIDATARchQIAAAQIDFhjKAuJ9co8/nHxVclNyKuorRt/znveMrrzyyoVFw733rg8hTHWZ+UGNUf9YWGPW2DWHlkFqrjXnD+e9qiEbsYzAz+W9zybrE4X/J9tmlOOhaaxPJNYnE7MrCBAgQGBIAo1a69laz4Z61tYzd+rtejbXM7qe1fXMrmf3VIc1OKgxaqwas8auObQMU3OtOdfcq4aWLpoIECBAgAABAgQIECBAgMBwBVROgMCuCwxhAfGYMH0seWByKuqrRN/3vvctfD3pEUccMfXeeh7U2PU1pzWXmlPL2DX3qqFqaXl78E0PjsAFyT9K3iPZjPqkxhPTuNQvu4IAAQIEBi5Qz9R6ttYzdoqinsX1TK5ncz2jp95cx4Mau+ZQc6k5tQxdc68aqpaWtzUR6JWAYggQIECAAAECBAgQIECAAIF1FNigBcR1q/CkjHRqsv6X+tksxh577DE69dRTF76m9LDDDltsnIPXmkt9fVnNrebYmFLVULVUTY23Bnu4OZXX71VdlO1Dks24MQ31FW93z/btSUGAAAECBEqgnqX1TK1nax0vZD176xlcz+J6Ji80zsFLzaXmVHOrOTamVDVULVVT4y2HBAgQIEBgHgTMgQABAgQIECBAgACBLgr0dQHxW3Izzk4el5yKo446avS5z31udMwx8/s/1q+51RxrrlOTXzyomqq2qnGxZXivu6fk30xemazfgspmu3hDWvZKVr9sxMwEXIgAAQLdFahnZz1D61k6VUU9c+vZW8/gqTfm6KDmVnOsubZMq2qq2qrGlrc1ESBAgAABAgQIEFilgO4ECBAgQIDAoAX6uID4nbmj9XWWh2c7FfW/3D/99NNHe+6551T7PB7UHGuuNeeW+VVtVWPV2vJ2r5uOT3XXJn812RbvSuO9k/UPqV/OVhAgQIDALQID39Qzs56d9QydoqhnbT1z69k79cYcHtQca64155bpVW1VY9Xa8rYmAgQIECBAgAABAgQIEBiCgBoJECAwC4G+LSDWP5idG5j6TaBsFmPz5s2jyy67bK4/dbg40+1f69MGNfeqofFu1Vi1Vs2Nt3p5+NhU9enk65J7JJtxaRoelqx+n8pWECBAgACBJYF6VtYzs56dS22jerbWM7aetePGjuzUnGvuVUNjylVj1Vo1N95y2GEBUydAgAABAgQIECBAgAABAgT6LzBXFfZpAbG+squ+umv/SeGDDz54dPHFF4+2bNky2dyp/Zp71VC1NCZetVbNVXvjrd4cPjCVfDD5juS9ks24Jg1PTh6QrH7ZCAIECBAgMBaoZ2Q9K+uZOW6sZ2o9W+sZO27s2E7NvWqoWhpTr1qr5qq98ZZDAgQIEFhfAaMRIECAAAECBAgQIECgmwJ9WkB8Z25B/a/us1mMRz7ykaMLLrigE19ZujjjHb/WV5ZVLVVTo1fVXLU3mjt/uHcqeGvyI8mHJpvxtTS8MFn93pLt+oRRCBAgQKBrAvWMrGfleN71LK1naj1bx40d3akaqpaqqVFC1Vy1N5odEiBAgAABAgQIrEhAJwIECBAgQIDAwAX6soB4Uu5j/e5PNotR/5B2zjnnjDZt2rTY0IPXTZs2jaqmqq1RTtVeBo3mTh5+W2Z9YvKq5BOTbfF7adwrWf2yEQQIELhtAT0GKVDPxnpGjouvZ2g9Szdt8vfBGMUOAQIECBAgQIAAAQIEeiSgFAIECBCYjUAfFhCPCcVxyXHUV3mdfXZ9c9e4qVc7VVvV2CiqDMqi0dypw2dlttcmT0i2xVlpvF/ymcl/TQoCBAgQILAjgXom1rNx/H49O+sZOm7o2U7VVjU2yiqDsmg0d+rQZAkQIECAAAECBAgQIECAAIH+C6hwzgS6voB4n3iekhzH5s2bR2eeeWavPnk4Lu6WnU2bNi3UWLXe0rS0KYsyWTruyvbRmejHk29I3inZjMvS8IjkUr/sCgIECBAgsEOBehbWM3HcoZ6Z/j4Yc9ghQIDAOgkYhgABAgQIECBAgAABAgS6KtD1BcTXB37qO8je9ra39eI3D1PXslG/eVS1NjqVRZk0mmd0OPvLPCCXfH/y3cn6x95spuILOXpq8ieS5yYFAQIECBBYiUA9C+uZOO5bz8x6do4berpTNVatjfLKokwazQ4JECBAgAABAjsQ0EyAAAECBAgQIDB4gS4vID4/d+/A5DhOPfXU0ZYtW8bHfd+pWqvmRp1lUjaN5rk6/KHM5k3JS5MPTzbjv9Pw0mT9zmH1y64gQGBXBJxLYEAC9QysZ+G45HpW1jNz3NDznaq1am6UWSZl02h2SIAAAQIECBAgQIBAnwTUQoAAAQIEZiXQ1QXEvQNwYnIcRx111OiYY4b3Ez9Vc9U+hljcKZsyWjyan9fbZSq/kazfOXxKtm1RXzlXC4e/njdvSgoCBAgQILBSgXr21TNw3L+ekfWsHDd0b2enZlw1V+2Nk8umjBrNDgkQIECAAAECBAgQIECAAIENFjA8gbkT6OoC4ssiWV/Hlc1otMcee4xe+9rXLuwP8aVqL4OJ2sumjCaaNnz36ZnBNckXJdviT9N4/2T1++dsBQECBAgQWK1APfvqGbhwXj0b6xm5cDDAl6q9DCZKL5symmiyS4DA2gm4MgECBAgQIECAAAECBAgQ6K5AFxcQDwj3UclxnHjiiWv/u4fj0eZvp37vqAwaMyujrY22jTg8PIP+dfKNye9NNuOKNDzylqz97AoCBAgQILBqAX8fNMjm/O+DxmwdEiBAgACBORIwFQIECBAgQIAAAQIERl1cQHzu5H3bunXrIL+6dNKg9uurysqi9ifyeRP7671bnyasTxWenYF/LNmM+pRhfdpwqV/zfccEZibgQgQIzEyg7f8/n9nFd/FC/j5oAZzDvw9aZqmJAAECBAgQIECAwGwEXIUAAQIECBCYnUDXFhD3S+n1ibZsFuOEE05Y3PE6arEoqzJbT53vz2CnJi9P/nSyGfW7hvX7hvU7h/V7h833HRMgQIDA/AocnKldmjw0uR6x0jHqWVfPvHH/lmfi+L2h7bRYlFWZDY1CvQQIECBAgAABAgQIECAwnwJmRYDAHAp0bQHx2EnDgw46aHTYYYdNNg16vyzKpIEwZdZ4b5aH35yLvTR5bfKYZFu8KY21cFj9/jv7ggABAgS6JXBypnv35HnJeVpInHrW1bOwnomZo4hAWZRJdidjymzyDfsEZiPgKgQIECBAgAABAgQIECBAgECXBVa2gDgfFd4x03hychzPfOYzx/t2FgVaTMqs7BY7rM1rLRjWwuHLcvlaSMxmKs7N0U8kn5r8QlIQIECAQDcFvpppvyZZ8YC81ELiJdkektyoqGdcPevG47c8C8fvDXWnxaTMym6oJOomQIAAgR0JaCdAgAABAgQIECBAgEAEurSA+ITMd1NyITZv3jw64ogjFva93CpQJmVza8uozMpuomlmu4/IleqrSusrS+urS3M4FR/P0aOT1e+ybMUGCBiSAAECMxZ4Q673H8ml2Jqd85MbtZBYz7h61mUKo1E9A+tZuHDgZSxQJmUzbhit6d8HI/+PAAECBAgQIEBg/QWMSIAAAQIECBCYpUCXFhAfM1n40UcfPXlof0KgxWbKbqLrzu7+WE48O/lnyfsnm/GvaaiPh94v27OSggABAgRWLzCvZ9SnEH+rZXJLC4kX572HJNcrpp5xLc/A9ZrH3I/TYjNlN/cFmCABAgQIECBAgAABAgT6KaAqAgQIzKVAVxYQ69NtB04KHnnkkZOH9icEWmzKrgwneu3U7p1z1huTf508PNkWJ6axfufw97IVBAgQINBPgd9NWdcn2+KANF6QXI+FxHq21TMuwy1GyzNw8Q2voxabsitDOjMXcEECBAgQIECAAAECBAgQIECg/wL9rrArC4gPn7wNW7duHe29996TTfYnBMqmjCaaavm/S4UAABAASURBVHfKsBpWmS9K//qdw6dn2xZvSWPdlBdm+7WkIECAAIH+CtyY0l6XXC4mFxIPXq7jLrw39WyrZ189A3fher0+tWzKqFHklGHjPYcECBAYnoCKCRAgQIAAAQIECBAgQGBBoCsLiFNfhfbwh/u3roW7t8xLi9GU4TKnNt96chpq4fA3sr1dshkfTEP9I3H1uyb7cxUmQ4AAAQJrJvD6XHnytxBz2Br1jPhQ3vlIctYLiVPPtpZnX4YUkwItRlOGk33tEyBAgAABAgS6JGCuBAgQIECAAAECsxXoygLiAyfLPuSQQyYP7bcItBhNGbac0myqVdpL0/iHyR9KNuNTaXhs8mHJ6peNIECAwMwEXGj+BepTiL+zimnWc6gWEuurTWf1IK9rjqfQ8uwbv2dnUaDFaMpwsZdXAgQIECBAgAABAgQIrJuAgQgQIEBgTgW6sIBYX4tZv723QLjbbruNtmzZsrDvZccCZVRWEz3KsCwnmlp3753Wdyffn3xAshlfTsNxyer3rmwFAQIECAxX4KSUvpJPIabbOOoTiefn6MPJg5I7G/VMq2fbwvn1zKtn38KBlx0KlFFZTXQow7KcaNrVXecTIECAAAECBAgQIECAAAEC/RdQYd8FurCAeN/Jm7DffvtNHtpfRqDFasqyceqdcvyG5CeSj062xW+mca9k9ctGECBAgMDABepTiLf1W4g7Ijowb1yY3NmFxKlnWsszL5cWbQItVlOWbedoI0BgIALKJECAAAECBAgQIECAAAECtwh0YQFx31vmurC5973rg28Lu15uQ6DFaspy4vQTsn9t8lnJtnh7Gu+efH6y/rE4G0GAAAECBBYEXpvXXXk2LC0k/kWu8+DkSmPqmdbyzFvpdQbXr8VqynJwIAomQIAAAQI9EFACAQIECBAgQIAAgVkLdGEB8W6TRe+zzz6Th/aXEWixmrLMqU9Mfj55YvLbks24IA31j7lL/XIoCBBYBwFDEOiSQC0e1iLirs75QbnARcmVLiROPdNannm5lGgTaLGasmw7RxsBAgQIECBAgAABAmsi4KIECBAgQGBuBbqwgPiDk3p3vetdJw/tLyPQYrVk+dCc9pHkW5Nt/2j4mbQ/Pnlosr5aLhtBgAABAgR2KFBfY1oLiTvssIo3lhYSL8459XuJ2bTG0jNt4c2WZ95C+/q/zP+ILVZTlvNfgRkSIECAAAECBAgQIECAAIGNFjA+gf4LdGEB8Xsmb8Nd7nKXyUP7ywi0WNU/EJ6ZUz6YfGCyGV9Jw3OT90pWv2wEAQIECBC4TYH/SI+TkrOMWjysRcT6VGLtN6/t74OmyAqPW/4+mLJc4WV0I9A/ARURIECAAAECBAgQIECAAAECY4EuLCDuMZ5tdvbcc8+83nboMRq1WNUC4uN2YPOatO+VnMXX0OUyggABAgQGJvA7qXdWn0LMpcZRX6XdtpDo74Mx0ep2Wv4+mLJc3dX0JkCAAAECGy9gBgQIECBAgAABAgQIzF6gCwuIu02Wvfvuu08e2l9GYJVWz8ul6hMkN2crRyMGG2fAnr3/Brr530B9in3qmZ3nySxjaSHxQ7lofSJxaqxVPvNyieFGi9WU5XBlVE6AAAECBAgQILDOAoYjQIAAAQIE5ligCwuI3zrpd7vb3W7y0P4yAqyWwfEWAQIECKyBwLpc8uCMUp9InPqDwDMvKiuMFqupv7VWeBndCBAgQIAAAQIECBAgQGCwAgonQGAIAl1YQBzCfVAjAQIECBAgQIAAgY0TMDIBAgQIECBAgAABAgQIECDQf4FVVNiFBcRvTNbz9a9/ffLQ/jICrJbB8RYBAgQIdFXg3Ez8/smpPwg88yKywmixmvpba4WX0Y0AAQIE5kTANAgQIECAAAECBAgQILAWAl1YQLxxsvAbbrhh8tD+MgItVten+yY5mmcDcxu5P6MRg9GIwWjUOYM7jkajqWd2jmcZ78/F9ks+InlFcmqslmdeuog2gRarKcu2c7QRIECAAAECBAjMXMAFCRAgQIAAAQJzLdCFBcRa9BojXnfddeN9O8sLtFhNWS5/tncJECBAYHUCg+/97Ajslpx1fCAXrIXDw7L96+RSTD3TWp55S/1sGwItVlOWje4OCRAgQIAAAQIECBAgQGBKwAEBAgSGIdCFBcR/nbwV//zP/zx5aH8ZgRarKctlTvUWAQIECBBYjcD/SefnJGcZf56L1cLhT2U7uXCYw4WYeqa1PPMWOnnZXqDFaspy+zMG0KJEAgQIECBAgAABAgQIECBAoP8CKlyVQBcWEP9hsqJrrrlm8tD+MgItVlOWy5zqLQIECBAgsBqB49J5Vp8+/GCu9RPJhyfbFg7TvBBTz7SWZ95CJy/bC7RYTVluf4YWAgQIzK+AmREgQIAAAQIECBAgQIDA2gh0YQHxqsnSr7zyyslD+8sItFhNWS5z6ka9ZVwCBAgQ6J5ALRweP4Npn5dr1MLhw7K9LHlbMfVMa3nm3db5g32/xWrKcrAwCidAgAABAgTWU8BYBAgQIECAAAECcy7QhQXEz04afvKTn5w8tL+MQIvVlOUyp3qLAAECqxTQfcAC9dWl9RWmO0twfk6shcOfzHYlC4fpthBTz7SWZ95CJy/bC7RYTVluf4YWAgQIECBAgAABAgQILAnYEiBAgMBQBLqwgPjxyZtxxRVXTB7aX0agxWrKcplTvUWAAAECBFYiUJ8+fPZKOrb0uSBttXD40GxXs3CY7gsx9UxreeYtdPKyvcB2VqPRlOX2Z2ghQIAAAQIECBAgQIAAAQIEOi+gAAKrFOjCAuLVqelfkgtx4403ji6//PKFfS87FiijsproUYZlOdFklwABAgQI7JJAfXXpaj99+KGM+MDkocmdWTjMaQtRz7R6ti0c1DOvnn0LB152KFBGZTXRoQzLcqLJLgECXREwTwIECBAgQIAAAQIECBAgsFYCXVhArNovrpelvOCC+tDC0lFvtjMtpMVoynCmg7kYAQIECAxRoD59+NxVFH5h+tbC4SHZXpKcRUw921qefbMYo1fXaDGaMuxVsYohQIAAAQLzK2BmBAgQIECAAAECBOZeoCsLiPVphTHmBz7wgfG+nXaBFqMpw/aztBIgsHMCziIwSIFfTtUr+fThRelXC4cPyXZWC4e51EJMPdtann0LnbzcKtBiNGV4a097BAgQIECAAAECBAhsL6CFAAECBAgMR6ArC4hTK4aXXnrp6OqrfdvWjv4zLZsyarw/Zdh4zyEBAgQIEFiNQH368Dm3cUItTB2YPgcnZ71wmEsuxNSzrZ599QxceGelLwPqVzZl1Ch5yrDxnkMCBAgQIECAAAECBAgQINAPAVUQILBqga4sIP5jKvtIchxnnnnmeN/OtECLTdmV4XRHRwQIECBAYOcEnpXT9ki2RS0W1icO66tK1/rrMevZVs+48TxanoHj94a+02JTdmU4dBr1d1TAtAkQIECAAAECBAgQIECAAIG1E5iXBcSVVPiuyU6nn3765KH9CYEWmym7ia52CRAgQIDAagW+PSe0/fZhLRbW15TW4mEtIqbbusTUM67lGbguk+jCIC02U3ZdqMEcCRAgQKAXAoogQIAAAQIECBAgQKADAl1aQPyjeN6cXIht27aNzjrrrIV9L7cKlEnZ3NoyKrOym2iyS2CWAq5FgMDABJ6Zeic/fVgLh/U1pfV1pRfmvfWOesbVs25h3HoG1rNw4cDLWKBMymbcMPL3wYSFXQIECBAgQIAAgRUJ6ESAAAECBAgMSaBLC4hfyY15c3IcJ5988njfzqJAi0mZld1iB68ECBAgQGBJYPXbO+SU5yUr6lOG9YnDWji8qBo2KOsZV8+68fAtz8Lxe0PdaTEps7IbKom6CRAgQIAAAQIECBAgMBwBlRIgQGAnBLq0gFjlnVovS3nRRReNzj333KXDwW/LokwaEFNmjfccEiBAgACB1QjUpw+35YT6fcP6qtKN+MRhht8upp519SysZ+J2vQbaUBZl0ih/yqzxnsMOCJgiAQIECBAgQIAAAQIECBAg0H+BjaywawuIVwTrnOQ4XvWqV433h77TYlFWZTZ0GvUTIECAwGwELshlDkh+KDlPUc+6euaN59TyTBy/N7SdFouyKrOhUaiXAAEC8yBgDgQIECBAgAABAgQIEOiEQNcWEAv1NfWylJdeeunotNNOWzoc7LYMyqIB8DuNY4czF3BBAgQIDErg43Ncrb8PWm6Ovw9aUDQRIECAAAECBHZKwEkECBAgQIAAgWEJdHEB8dLcojOS43jBC14wuu6668bHQ9up2sugUXcZ1e9TNZodEiBAgMCCgJe+Cfj7oHFH/X3QAHFIgAABAgQIECBAgMAwBVRNgAABAjsl0MUFxCr0ZXm5ObkQ119//eg5z3nOwv4QX6r2MpiovWzKaKLJLgECBAgQ6L1APfvqGbhQaD0b6xm5cDDAl6q9DCZKL5symmjq5q5ZEyBAgAABAgQIECBAgAABAv0XUOHGCnR1AfHqsL0gOY4zzjhjkF9lWl9NVrWPIRZ3yqaMFo+8EiBAgACBYQjUs6+egeNq6xlZz8pxw0B2quaqvVFu2ZRRo9khAQIE1k3AQAQIECBAgAABAgQIECDQEYGuLiAW76vz8pHkOI499tjR5ZdfPj7u+07VWjU36iyTsmk0r8WhaxIgQIAAgbkTqGdgPQvHE6tnZT0zxw0936laq+ZGmWVSNo1mhwQIECBAgACBlQjoQ4AAAQIECBAgMDSBLi8g1r06Li/1dVzZLMYTn/jEQfweYv2uUdW6WPX4tSzKZNxghwABAq0CGgn0W6CehfVMHFdZz8x6do4berpTNVatjfLKokwazQ4JECBAgAABAgQIEOi9gAIJECBAgMBOCnR9AfETqftpyXFs27ZtdOSRR45uvrn+rWzc3Kudqq1qrFobhZVFmTSaHRIgQIAAgUEJ1LOwnonjouuZWc/OeoaOGzu6s6NpV21VY9Xa6FMWZdJodkiAAAECBAgQIECAAAECBAjMq4B5Edhoga4vIJbfaXl5fXIcF1544ehRj3rU+LhvO1Vb1dioqwzKotHskAABAgQIDFKgnon1bBwXX8/OeoaOG3q2U7VVjY2yyqAsGs0OCRDYAAFDEiBAgAABAgQIECBAgACBzgj0YQGxsI/PyznJcbz3ve8dHX744Wv4ScTxUOu2U58sqJqqtsag5+e4DLIRBAgQIECAwC0C9Wwc8t8HVXsZ3MJhQ4AAAQIECOycgLMIECBAgAABAgQIDE+gLwuIdecem5ePJMdRC22HHHJIL34TsX7TqGqpmsYF3rpzUHaflxQECKxEQB8CBIYkMNS/D+pvoqp9SPdarQQIECBAgAABAgSmBRwRIECAAAECOy3QpwXE/45CfW/pZdmOo77K64EPfODo8ssvH7d1bafmXjVULTuY+/9K+28n/zL5oKQgQIAAAQK9FNiJoob490H9LVR/E1XtO0EmhlrDAAAQAElEQVTmFAIECBAgQIAAAQIECBAgsLECRidAYOMF+rSAWJr/npfDkvW/us9mMbZt2zbaf//9R6ed1r2fAKo519yrhsVqxq9fGe/duvMT2f2LZP3e0bdlKwgQIECAAIHRaEh/H9TfQPW3UNXs3hOYJwFzIUCAAAECBAgQIECAAAECBDoksJMLiHNdYf2D2SGZYf3uTza3xrHHHjs6+uijO/GVpvWVpTXXmvOtFYz3qrbvztEvJf9vshm/nIZtyaOSggABAgQIEFhcRBzC3wdVY/0t5J4TIECAAIEZCbgMAQIECBAgQIAAAQJDFOjjAmLdx/rKrvrqrvokXh2P84wzzhjd4x73mOtPI9anDmuONdfxxG/dqZqqtqrx99O8OfmWZDO+Lw2nJ89KVp9sBIHRaASBAAECwxWoZ2c9Q+tZOqVQz9x69tYzeOqNOTqoudUca64t06qaqraqseVtTQQIECBAgAABAoMTUDABAgQIECBAYBcE+rqAuERyfHaOTd6cHMf1118/qk/2HXDAAaNzzz133L7ROzWXmlPNrebYmE/VULVUTZNv/VsOnpz86eTfJptR/5h4ZRqfnxQECBAg0GEBU5+ZQD1L65laz9bxRevZW8/gehbXM3n8xgbv1FxqTjW3mmNjOlVD1VI1Nd5ySIAAAQIECBAgQIAAAQJdFDBnAgQIzINA3xcQy7h++PB+2anfBMrm1rj00ktHj3jEI0YHH3zw6Kyz6oN6t763nns1ds2h5lJzahm75l41VC0tby80vS+vP5L89WRbvCqNf5V8SFIQIECAAIGhC9QztZ6t9YydsqhncT2T69lcz+ipN9fxoMauOdRcak4tQ9fcq4aqpeVtTXMkYCoECBAgQIAAAQIECBAgQIBA/wV6VeEQFhDrhn0iLw9KnpCs/6V+NrfGRRddNHr0ox892meffUavfOUrR1dfffWtb67RXo1RY9WYNXbNoWWommvNueZeNbR02a7ppWm5T/IDyWbsl4YLkr+X/N9JQYAAAQIEhixQz9Z6xtaztp65Uxb1bK5ndD2r65ldz+6pDmtwUGPUWDVmjV1zaBmm5lpzrrlXDS1dNBEgQIDAbARchQABAgQIECBAgAABAsMUGMoC4tLdfXV2fjh5RnK72LZt2+hFL3rR6G53u9uoviqs/gHv8ssv367fzjbUteqade0ao8aqMXdwvZpjzbXmvIMuO2z+ZN75qeRTk19ONuOX0rAt+QvJYYVqCRAgQIDA9gL1rK1nbj17t3u3ntX1zK5ndz3D61lez/TtOu5kQ12rrlnXrjFqrBpzB5erOdZca8476KKZAAECBAgQIEBghIAAAQIECBAgQGCXBIa2gFhY9fHCo7PzwOQ5ydaorwqrf8Dbf//9R7vvvvvC15w++9nPHp166qmj888/f/TZz352dN11142+9rWvjW6++eaFrP1qq/eqT/Wtc+rrx+oada26Zl27ddDFxprTAdmtOdZcs7vT8aacuU+y7avNviftb0n+afKeSUGAAIG5FjA5AmssUM/cevY+MOPUszib7aOe4fUsr2d6PdvrGV/P+nrm17O//gaovwXqb4I5/vtg+8K0ECBAgAABAgQIECBAYE4ETIMAAQIE5kNgiAuIS/KXZOdRyfsn/zBZXweWzfZx4403juorxE466aTR0572tNFDH/rQ0T3vec/Rne50p9Ed7nCH0Td90zctZO1XW71XfapvnVPn1jW2v/K4pcauOdRcak6Xjt/Z9Z3rc4ljkw9PfiLZjJ9Ow98mX5wUBAgQIEBg6AJD+ftgPe+zsQgQIECAAAECBAgQIECAAIH+C6xVhXvnwj+bfEny7ckPJ+sbFuvbF7+W/Ztuydqvtnqv+lTfOqfOrWukm1iNwJAXEJecrsjOLyb3SD4r+ZHkekWNVWPW2DWHmstajf3nufB9k/V/MNlsF7+elo8nH5YUBAgQIEBg6AL1TK5ncz2j61ldz+z1Mqmxaswau+ZQc1mvsY1DgACBCQG7BAgQIECAAAECBAgQWHeB78+IxyTfkfxi8qrku5IvT9a3Rx2Y7d2T9e8mt8t20y1Z+9VW71Wf6lvn1Ll1jbpWXbOuXWPkNLGcgAXEW3W+kt2Tkw9K/kCyPrX3zmz/JTmrqGvVNevaNUaNVWPW2LMaY8fXWXznN7K5V/LPks24Txo+kDw1+Z1JQYAAAQIEhi5Qz+h6Vtczu57d9QyvZ3k902dlU9eqa9a1a4waq8assWc1husQIECAAAECQxJQKwECBAgQIECgWwJ3zHSfmaxPDn4h21qjeGy2d07OKupadc26do1RY9WYNfasxujVdSwgtt/Of0xz/W7g47L93uTdko9JvjR5erI+GfB32dbXg3492/oK0srar7Z6r/pU3zqnzq1r1LXqmnXtGiOnbkh8JqP+TPJJyX9NNqNW4OtjvvWph+Z7jgkQ2AABQxIgMBcC9eyuZ3g9y+uZXs/2esbXs76e+fXsr78B6m+B+pug/jaorP1qq/eqT/Wtc+rcukZdq65Z164x5qJYkyBAgAABAgQIECBAYP0FjEiAAIGBCeyXet+UrH83+d1s65OD2axL1Fg1Zo1dc6i5rMvAXRnEAuLK7tTV6fbuZH3N589nW58M2JztdyVvnyzHytqvtnqv+lTfOqfOrWuk61zFWzObmusbs21G1fEHaXx/8t5JQYAAAQIECEwL1LO9nvH1rK9nfj3767laz9D6m6D+Nqis/Wqr96pP9a1z6ty6xvRVHREgQIAAAQIECBAgQIAAAQJdEzDf1QlsTfezk3+VfEqyvoY0m+1jt912Gx100EGj448/fnTKKaeMzjvvvNFnPvOZ0Ze+9KXRV7/61dFNN920kLVfbfVe9am+dU6dW9fY/srjlhq75lBzqTkdMH5n4Dv1j1oDJxh8+f8ZgWckD0m2/cbSw9P+ieTLk4IAAQIECBAgQIDAQASUSYAAAQIECBAgQIAAAQIzFtg716tvZrok28OTrbF169bRK17xitFll102uuGGG0YXXnjh6HWve93o2GOPHR166KGjfffdd7TnnnuObn/72482bdq0kLVfbfVe9am+dU6dW9eoa9U169qtgy42Hp7NxcmaY801u8ON4SwgDvcer7TyD6Xj/ZMvSLbFS9L46eQjkoIAAQIECBAgQIAAAQIECMyngFkRIECAAAECBAjMo8DzM6nPJ49KbhebN29eWDS86qqrRpdccsnohS984WjLli3b9dvZhrpWXbOuXWPUYmKNuYPr1RxrrjXnHXTpf7MFxP7f49VW+KqcsE+yPqqbzVTcK0d/lnxz8ruTgsC6CBiEAAECBAgQIECAAAECBAgQ6L+ACgkQIECglwL3SVUfTtbaw6Zsp6K+YvQ973nP6Morr1xYNNx777X/4F+NUYuJNWaNXXOYmtTiQc215vzhHFYN2QwrLCAO636vtNpt6XhE8ujkPyWb8aQ0VJ+nZysIECBAgMCOBLQTIECAAAECBAgQIECAAAEC/RdQIYEdCRyTNz6WPDA5FfVVou973/sWvp70iCNqOWLq7XU7qLHra05rLjWnloFr7lVD1dLydn+bLCD2997OorIzcpHNyTckm/EdaXhj8rzkjyUFAQIECBAgQIBAbwQUQoAAAQIECBAgQIAAAQIEdkngpJx9arI+yZfNYuyxxx6jU089deFrSg877LDFxjl4rbnU15vW3GqOjSlVDVVL1dR4q+uHO56/BcQd23hnUeC/sjku+eDkR5PNODQNf518ZVIQIECAAAECBAgQIECAwEYKGJsAAQIECBAgQIDAxgp8S4avn0irdYXs3hpHHXXU6HOf+9zomGPm98N8NbeaY8311pmP96qmqq1qHDf2dccCYl/v7Ozrqu/5fUAu+yvJ/0k24wVp+Fzy8KSYoYBLESBAgAABAgQIECBAgAABAv0XUCEBAgQIEOiBwHemhguS260T1Cf7Tj/99NGee+6Zt+c7ao4115pzy0yrtqqxam15uz9NFhD7cy/Xq5LXZKD6WtN3ZtuMfdJQq+9vz/YuSUGAAIEhC6idAAECBAgQIECAAAECBAgQ6L+ACgkQWBSoBbVzs1u/GZjNYmzevHl02WWXzfWnDhdnuv1rfRqx5l41NN6tGqvWqrnxVn8OLSD2516uZyXXZLDHJR+f/PtkM45Ow7bks5KCAAECBAgQINAxAdMlQIAAAQIECBAgQIAAAQIEViFQX+lZHy7af/Kcgw8+eHTxxRePtmzZMtk8R/u3PZWae9VQtTR6V61Vc9XeeKsfhxYQ+3EfN6qKMzNwfRrxtdk249vT8IbkRcn6P6RsBAECBAgQIECAAAECBNZQwKUJECBAgAABAgQIENgIgfrGwvpU3njsRz7ykaMLLrigE19ZOp70DnbqK02rlqqp0aVqrtobzf04tIDYj/u4kVV8I4M/N3lA8uJkMx6cho8mfzO56v/eco4gQIAAAQIECBAgQIAAAQIEei6gPAIECBAgQKCzAidl5vW7gNksRi20nXPOOaNNmzYtNvTgddOmTaOqqWprlFO1l0GjufuHFnS6fw/npYJLM5FabX92tl9LNuNX01Bfa/qz2QoCBPovoEICBAgQIECAAAECBAgQIECg/wIqJEBg2ALHpPzjkuOor/o8++z6Zs9xU692qraqsVFUGZRFo7nbhxYQu33/5nH2tdJeX2v6xy2Tu1va3pWs934wW0GAAAECBAjMnYAJESBAgAABAgQIECBAgAABAv0X2OUK75MrnJIcx+bNm0dnnnlmrz55OC7ulp1NmzYt1Fi13tK0tCmLMlk67vzWAmLnb+FcFvCFzOoJyfq04eezbcbj01CfRqxPK2ZXECBAgAABAgQIECCwywIuQIAAAQIECBAgQIAAgfUTeH2GmvqO0re97W29+M3D1LVs1G8iVq2NTmVRJo3m7h5aQJzje9eDqb0nNeyT/M1kM26XhtcmL04ekBQECBAgQIAAAQIECBAgQGCQAoomQIAAAQIECHRM4PmZb/2kWTaLceqpp462bNmyeDCA16q1am6UWiZl02ju5qEFxG7ety7N+qZMtv4PZv9sL0o2oxYPaxGxFhNrUbH5vmMCXRQwZwIECBAgQIAAAQIECBAgQKD/AiokQIDAEAX2TtEnJsdx1FFHjY45pnc/ATiub0c7VXPV3ni/bMqo0dy9QwuI3btnXZ3x5Zn4wclnJW9MNqO+zrS+1rS+3rT5nmMCBAgQILBOAoYhQIAAAQIECBAgQIAAAQIE+i+gwl0QeFnOra/rzGY02mOPPUavfW19PmjhcHAvVXsZTBReNmU00dTNXQuI3bxvXZ71yZn85uTbk834wTT8cfKdyV6s0KcOQYAAAQIECBAgsB4CxiBAgAABAgQIECBAgACBtRaobxQ8anKQE088cRC/ezhZ8+R+/R5iGUy2Zb+Mtmbb6ZjbBcROq5r8bQl8MR2emDw8+blkMx6Thvo04q9kKwgQIECAABd+SAAAEABJREFUAAECBAgQIECgxwJKI0CAAAECBAgQ6IzAcydnunXr1kF+demkQe3XV5mWRe1P5PMm9ju5awGxk7etN5N+byrZN/nKZDO+OQ2/lfxo8sFJ0R0BMyVAgAABAgQIECBAgAABAgT6L6BCAgQIEBiWwH4ptz4UlM1inHDCCYs7XkctFmVVZp3VsYDY2VvXq4m/KNX8WPK8ZDP2T8NFyTckvz0pCBAgQGDNBFyYAAECBAgQIECAAAECBAgQ6L+ACgnslMCxk2cddNBBo8MOO2yyadD7ZVEmDYQps8Z7c39oAXHub9FgJvixVPqTyacn/yPZjGelob7W9OhsBQECBAgQIECAwKSAfQIECBAgQIAAAQIECBAgsHYCd8yln5wcxzOf+czxvp1FgRaTMiu7xQ6zeF3Ha1hAXEdsQ61I4JT02px8c7IZd0nD25NnJ/dJCgIECBAgQIAAAQIECHRawOQJECBAgAABAgQIdEDgCZnjpuRCbN68eXTEEUcs7Hu5VaBMyubWllGZld1EU3d2LSB2514NaaZfSrFPST4i+elkM+q7gz+Xxnn8guVMSxAgQIAAAQIECBAgQIAAAQI9F1AeAQIECBAYksBjJos9+mhfFDjpMbnfYjNlN9l33vctIM77HRr2/M5N+T+afHmyLU5M4xXJQ5KCAAECuyjgdAIECBAgQIAAAQIECBAgQKD/AiokQGCVAt+f/gcmx3HkkUeO9+1MC7TYlF0ZTnfswJEFxA7cJFMcvWw0Gt07+f5kM348Decn35j8jqQgQIAAAQIEhiagXgIECBAgQIAAAQIECBAgQGCtBB4+eeGtW7eO9t5778mm9dvvwEhlU0aNqU4ZNt6b20MLiHN7a0ysIfCpHB+W/MXkdclmPD0N25JPSgoCBAgQIECAAAECBDogYIoECBAgQIAAAQIECMy9wEMmZ/jwh3dyLWyyhDXfbzGaMlzzCcxoAAuIM4J0mQWB9Xj5wwyyT/LUZDO+Ow1vTv5Z8l5JQYAAAQIECBAgQIAAAQIECMxewBUJECBAgACB4Qg8cLLUQw7xi2KTHm37LUZThm3nzGObBcR5vCvmdFsC/54OT0s+LPnxZDMekYZPJ1+SFAQIrEhAJwIECBAgQIAAAQIECBAgQKD/AiokQIDAqgTqu0rvvHTGbrvtNtqyZcvSoe0OBMqorCbeLsOynGia/10LiPN/j8xwxwIfzFv3S7442RYvT+Mnkj5THQRBgAABAj0VUBYBAgQIECBAgAABAgQIECDQf4GNqfC+k8Put99+k4f2lxFosZqyXObUuXnLAuLc3AoT2QWBV+Tceyb/NNmMe6fh/cnTknskBQECBAgQIECAAIG5EDAJAgQIECBAgAABAgQIzLnAvpPzu/e965/bJ1vs70igxWrKckfnzVO7BcTZ3Q1X2liBz2b4RyZ/IfkvyWY8NQ3bkrXNRhAgQIAAAQIECBAgQIAAgZ0ScBIBAgQIECBAYCgCd5ssdJ999pk8tL+MQIvVlOUyp87NWxYQ5+ZWmMiMBN6W62xO/l6yGfUJxPok4gfyxn2SgsAtAjYECBAgQIAAAQIECBAgQIBA/wVUSIAAAQKrFPjByf53vetdJw/tLyPQYjVlucypc/OWBcS5uRUmMkOBG3KtZyYfkvyrZDMeloaPJ389KQgQIECgywLmToAAAQIECBAgQIAAAQIECPRfQIUbJfA9kwPf5S53mTy0v4xAi9WU5TKnzs1bFhDn5laYyBoIXJhrbkmekLw52YwXp+Fvkz+dFAQIECBAgAABAusoYCgCBAgQIECAAAECBAgQmHuB+la/8ST33HPP8b6d5QVarKYslz97Pt6d1QLifFRjFgTaBV6d5vpy5rOybcY90/CnybckO/e/AMicBQECBAgQIECAAAECBNZTwFgECBAgQIAAAQLDEdhtstTdd9998tD+MgItVlOWy5w6N29ZQJybW2Eiayzwd7n+o5NHJf8x2YxfSMO25NOTAwvlEiBAgAABAgQIECBAgAABAv0XUCEBAgQIEFi1wLdOnnG7291u8tD+MgItVlOWy5w6N29ZQJybW2Ei6yTwRxlnc/L1yWb87zS8MXl+8seTggABAvMtYHYECBAgQIAAAQIECBAgQIBA/wVUSIAAgQ0QsIC4AeiG3HCBr2YGxycflPzLZDMOScMVyROTggABAgQIECAwcwEXJECAAAECBAgQIECAAAECHRD4xuQcv/71r08e2l9GYMlqosuU5UT73O5aQJzbW2Ni6yDwkf+fvfuAs6Oq+z8+sQE+oCgGBUSRlgREikAiSSghgBQh9CihCEiQXqU3qSIlSE0EBAkYWgAlIBASWiShgwJZICgioMTYiBRR8ny/u9ybO7NnN1vm3jvl83/9vjtzz8ydOed9/T+z5OzM1TkGK0co7yvJOkYNM5VtFQoBBBBAAAEEEEAAAQQQQAABBHIqQLcRQAABBBBAoEcCc2vf9dZbb9W+ZL0TgYBVzLKTt2ZmExOImfko6EgTBc7Vuf1Y0+u1TJbbJ6rxGuWLCoUAAtkQoBcIIIAAAggggAACCCCAAAIIIFB8AUaIAALNFZhTe/rZs2fXvmS9E4GAVcyyk7dmZhMTiJn5KOhIkwV+r/OP/DBe12qsRulVi3KQQiGAAAIIIIBAjwV4IwIIIIAAAggggAACCCCAAAII5ETgz7X9fO2112pfLmC93JsDVjHLPOgwgZiHT4k+NlLAdyH6rkPflZg87yfVcIFyn/INhUIAAQQQQAABBBBAoDwCjBQBBBBAAAEEEEAAAQTKJvBK7YBffvnl2pesdyIQsIpZdvLWzGxiAjEzH0XjO8IZOxTw9yH6exH9/YgPBPbaQG2/Uc5WPqZQCCCAAAIIIIAAAggggAACCGRWgI4hgAACCCCAAAI9FHip9n0zZ86sfcl6JwIBq5hlJ2/NzCYmEDPzUdCRDAp4ktCThYeob+8oyTpSDf6/mDtqSSHQSAHOhQACCCCAAAIIIIAAAggggAACxRdghAgggECzBZ6r7cDTTz9d+5L1TgQCVjHLTt6amU1MIGbmo6AjGRbwY0v9WNNrA31cQW03KL9QllMoBBBAAAEEOhFgEwIIIIAAAggggAACCCCAAAIIFF+gMCN8snYkjz76aO1L1jsRCFjFLDt5a2Y2MYGYmY+CjmRc4FX1b5SyvfKCkqyRamhRDlMoBBBAAAEEEEAAgaIJMB4EEEAAAQQQQAABBBBAoHwCszTkN5TWmjt3bjRjxozWdX50LGAjW9XsYUNb1jRlf7W0E4jZ/2joYUYFJqpf/ZWzlGR9Qg3nKg8pQxUKAQQQQAABBBBAAAEEEECgyQKcHgEEEEAAAQQQQKBXAg/Wvnvy5Mm1L1kPCASMYoaBt2SyiQnETH4sdCrjAvPUv2OUgcoUJVmD1fCAcr6ysEKlK8DREEAAAQQQQAABBBBAAAEEEECg+AKMEAEEEEAgGwL31nbjzjvvrH3JekAgYBQzDLwlk01MIGbyY6FTORF4RP3cWDlAeUtJ1iFq8GNNv60lhQACCCAQQYAAAggggAACCCCAAAIIIIAAAsUXYIQFE4jNGE6bNi2aNSt3T+Ns2EdiGxslThgzTGzL7EsmEDP70dCxHAlcrL72U65WkvUlNVyn3KisqFAIIIAAAggggED+BOgxAggggAACCCCAAAIIIIBAWQVe1cD9xD0t2mrChAltK/xsJxCwsZ0N2+2byYaaTjGBWIPBKgK9EHhD791D2UZ5TknWDmrw3Yg/0JJCAAEEEEAAAQQQQAABBBoiwEkQQAABBBBAAAEEEEhBwDfIVA9zzTXXVNdZiQsEbGJ28b2z/YoJxGx/PvQufwK/VJdXVU5TkuX///YjNU5XNlJ6UrwHAQQQQAABBBBAAAEEEEAAAQSKL8AIEUAAAQQQyJLAterMPKW1WlpaookTJ7au82O+gE1sM78lspntaprys+oJjfz0lp4ikB+BE9TVtZS7lGQNVMMU5UJlUYVCAIFSCDBIBBBAAAEEEEAAAQQQQAABBBAovgAjRKCQAn/XqK5UqnXRRRdV11lpEwiY2Mx2bTvk7CcTiDn7wOhurgSeVG+/qeyr/E1J1gFq8GNNd9OSQgABBBBAAIGsCtAvBBBAAAEEEEAAAQQQQAABBBAYW0swderUaNKkSbVN+V/vxQhsYZPEIWJmiW2Zf8kEYuY/IjpYAAH/H4n+GscVSrKWVsPVyq3KAIVCAAEEEEAAAQQQQACBlAQ4DAIIIIAAAggggAACCKQm8KiO5H/H1qKtzjzzzLYVfkYBC1vZLLc6TCDm9qMrZcfzPOjZ6vzeypbKM0qytlHDc8qxCoUAAggggAACCCCAAAIIIIBAmQUYOwIIIIAAAghkU+Cc2m5NmzYtGjduXG1TKddtYIvE4M9NvM7dSyYQc/eR0eGcC9yh/q+unKyE6nQ1PqZsolAIFEiAoSCAAAIIIIAAAggggAACCCCAQPEFGCECCBRcYJrGN16p1rHHHhvNnu37Z6pNpVrx2G2QGLSNHkq05e4lE4i5+8jocEEETtE4vqaEHhL9dbXfrVyqLK5QCCCAAAIINE+AMyOAAAIIIIAAAggggAACCCCAQPEFuj5C3xwzr7L7nDlzosMOO6zysnRLj90GNQO3jY1qmvK5ygRiPj83el0Mgd9qGFspeylvKsnaVw0typ4KhQACCCCAAAIIIIBAtwTYGQEEEEAAAQQQQAABBBCog8AsHTP2VVzjx48v5aNM/ehSj10etWUbG9W25XKdCcT8fGz0tLgCV2po/ZXLlGQtqYYrlNuV1RQKAQQQQAABBBBAAAEEEECg2AKMDgEEEEAAAQQQyLrAWergA0q1Ro8eHc2YMaP6uugrHqvHnBinTWyTaM7nSyYQ8/m50eviCfxdQ/q+spnyhJKsLdXwjHKSQuVOgA4jgAACCCCAAAIIIIAAAggggEDxBRghAgggUCqBgzVaP65Ti7bafffdS/F9iP7eQ4+1bdTVn7awSbUh7ytMIOb9E6T/RRPwdx/6OxCP72Bgfnby09q2uUIhgAACCNRbgOMjgAACCCCAAAIIIIAAAggggEDxBRhhTwSe0pv8NVxatFVLS0s0cuTIaN48z6W1tRXtp8fmMXqsibHZwiaJ5vy+ZAIxv58dPS+2wOka3irKbUqyvqaGO5SfKp9TKAQQQAABBBBAAIGEAC8RQAABBBBAAAEEEEAAAQTqLjBOZ7hAqdaUKVOibbfdtvq6aCsem8eYGJcNbJFozvfLvEwg5luZ3iPQM4Hn9bYRyu7K60qy9lZDi7KPQiGAAAIIIIAAAggggAACRRBgDAgggAACCCCAAAL5EjhE3Y3deXfbbbdFI0aMKNSdiL7z0GPy2DTe2rpVL2ygRbGKCcRifZ6MppgCP9ew+ikXKcn6rBrGKr9W1lQyWHQJAQQQQAABBBBAAAEEEEAAAQSKL8AIEUAAAQRKKHCQxjxLWUOJlSfahkQckKwAABAASURBVA8fXojvRPR3HnosHlNskFH0gF7vpBSymEAs5MfKoAooMFdjOlAZpsxQkrWZGp5QTlUoBBBAIB0BjoIAAggggAACCCCAAAIIIIAAAsUXYIQIdE9gIe3+A+U1xY/uXF7LYPlRn0OHDo1mzAj9k3bwLZlrdN89Bo8l0bnpeu1ntb6vZSGLCcRCfqwMqsACUzW2QcpRygdKso5Xw7PK1gqFAAIIIIAAAiUVYNgIIIAAAggggAACCCCAAAIIpCzwaR3vROUN5UfK0kqovL3a3tLSEg0aNCgaNy5/XxHoPrvvHkN1QG0rvvNwS63+TWlq1fPkTCDWU5djI1A/gbN16P7KzUqyVlHDbcpVylIKhQACCCCAAAIIIIAAAvkQoJcIIIAAAggggAACCGRN4PPq0JmKJwZP0fIzSrLmqaFyN+KXte7vBdRifo0ePTraddddc/FIUz+y1H11n+ePoLrmsQ3Xq0JPHmp8EROIViAI1E2grgd+UUffQdlF+aOSrN3VMFPZT6EQQAABBBBAAAEEEEAAAQQQQKBuAhwYAQQQQACBwgkspxGdr3ji8GgtF1GS9Y4afDfiMloeovxe8SM9/WhPTyjq5fwaP358NGDAgEzfjei7Dt1H93V+z6trHpPH5jFWG4u6wgRiUT9ZxlUmges02H7KGCVZn1LDxcpkZR2FQgCBrgqwHwIIIIAAAggggAACCCCAAAIIFF+AESKAQFKgvxouVTwZ6EnBPlpP1t/V4LsRPXHoyUVPMqopVn7vaLX47kQt2mrOnDmR7+wbMmRINGnSpLbGDPx0X9wn9819THTJY/BYPKbEpuK+ZAKxuJ8tIyuXwLsa7qHK+so0JVkbq+ERxbeaa0EhgAACCCBQXAFGhgACCCCAAAIIIIAAAggggAAC3RZYQ+/4mfK8sq8SKk8UesLQE4cnawdPJGrRYfmLD9fSVn9noBbza9q0adFWW20VDRs2LJo4ceL8Dd1YS2NXn9t9cF/cp8Ax3XePwWMJbC5uExOIxf1sGVk5BR7UsIcohyv/UZLl/+PeosbtFAoBBBBAAAEEEEAAgSwJ0BcEEEAAAQQQQAABBBBovMAgnXKC8qSyhxKqyt2Injj0I0v96NLQfqG2p9S4gXKM4jv5tJhfU6dOjbbffvuof//+0emnnx7NmjVr/sY6rfkcPpfP6XO7D4FTua/us/vuMQR2KXYTE4jF/nybPDpO30SB83Ru32ru/8Ov1VitrFc3K+OVZRUKAQQQQAABBBBAAAEEEEAAgV4I8FYEEEAAAQQQyKHARurzrcrDys5KqJ5To+9GXF5Lf/+fJ9W02qM6S+9aSfG/S2sRr5aWluj444+PVlxxxciPEvUE34wZM+I79eKVj+Vj+tg+h8/lc3ZwSPfRfXWfO9il+M1MIBb/M2aE5RXwX4V8W8P3//F/Wctk7aIG3414sJYUAnEBXiGAAAIIIIAAAggggAACCCCAQPEFGCECCJRRYHMN+tfKFGUbJVRPqNF3I66q5VglrfLthbvqYEMVT15q0b78KFFP8A0aNChabLHFWh9zeuihh0Zjx46N7rnnnui5556LZs+eHb377rvRvHnzWuN1t3mb9/G+fo8fT+pj+Fg+po/d/ozVFvfJT/hzH93X6oYyrjCBWMZPnTGXTeAGDbifco6SrEXUMEa5X1lPoRBAAAEEci5A9xFAAAEEEEAAAQQQQAABBBBAoPgCPRjhtnrPfcodymZKqH6jxpHK15WrlXrVQzqw+7OullcoHd7ZOHfu3MiPGB0zZky07777Rptuumm06qqrRksuuWS0yCKLRB/5yEda43W3eZv38b5+j9/rY+gcHZXP7T64L+7TtI52LFs7E4hl+8QZb1kF/quBH6l4ktCThVqN1fp65f/D+GMtP65QCCCAAAIIIIAAAo0V4GwIIIAAAggggAACCCCAQD0E/JQ6Pwt0og7u7/PTol1V7kYcrC3XK42qR3WivZUllAOVB5RGlc/lc/rc7oP70qhz5+I8TCDW7WPiwAhkUsDPs95QPfNjS9/WMllHqGGmspNCIYAAAggggAACCCCAAAIILFCAHRBAAAEEEEAAgUwK7KlePa1cp/juOi3aVeVuxI215ZdKs+rvOvFFiic4v6TlaMVP1ntDy7TKx/IxfWyfw+fyOX3utM5RqOMwgVioj5PBINBlgZ9oTz/WdLyWyfIX4vqvTCZow1eU8hUjRgABBBBAAAEEEEAAAQQQQACB4gswQgQQQKCYAvtpWC2KH8v5NS1DdbMaPYG2pZZ3K1mqV9WZccrOytLKisqOyknKNYrvHHxByznKe4ofQep43W3e5n28r9/j9/oYPpaP6WP7HHor1ZkAE4id6bANgWIL/EnD85fBbqelLyhaxMr/x9Tth8daeYEAAghkWICuIYAAAggggAACCCCAAAIIIIBA8QUYYTuBj6rlMOUV5WJlZSVU16pxoLKD4kk2LTJfs9TDm5QfKrspnvj0zTGf0/rCiue5HK+7zdu8j/f1e/xeH0O7Ut0RMGp39mdfBBAonsAtGlJ/5UwlWf4+xHPU6O9H9PckapVCAAEEEEAAAQRSF+CACCCAAAIIIIAAAggggAAC3Rf4P73lWMWP5zxXSz+aU4t25bsRV1frKOURhUJggQJ1mkBc4HnZAQEEsifgC42fhX1voGvrqe1+ZYyyiEIhgAACCCCAAAIIIIAAAlEUgYAAAggggAACCCDQBAHfaXeqzuuJw9O17KuEqnI34t7a+IxCIdBlASYQu0zFjgiUQuDRKIqGa6T7K/9SknWwGmYq31EoBBBAAAEEEEAAAQQQQAABBBDIqwD9RgABBBDIo8AX1ekfK68rxyuLKcl6Xw2VuxEP0PqLCoVAtwWYQOw2GW9AoBQCl2iUflb0VVomy7fB+1nZfnb0SsmNvEYAgeYJcGYEEEAAAQQQQAABBBBAAAEEECi+ACMspcCKGvWFyqvKEYq/ekqLWL2lV6cpyyjex/tqlUKgZwJMIPbMjXchUAaBP2uQ31W2Vp5VkrW9GlqUoxQKAQQQQAABBHouwDsRQAABBBBAAAEEEEAAAQQQCAl8VY0/VXwXoe8m1Gq7mq0W343oicMTtO7XWlAZFMhVl5hAzNXHRWcRaIrAr3RWX6j8TG2txqqPXp2lzFCGKRQCCCCAAAIIIIAAAiUSYKgIIIAAAggggAACCNRFYB0ddbzyW8XfX6hFu/Idhr7T0BOH/h5E34HYbicaEOipABOIPZXjfcUUYFSdCZyojWsqv1aSta4a7lUuUkLP3VYzhQACCCCAAAIIIIAAAggggEBGBOgGAggggAAC2RQYqm75q6Me0XIXJVQvqNF3I/qrpvxdh/7OQzVRCKQrwARiup4cDYGiCzylAW6ujFbmKMnaXw1+rOnuWlIINFSAkyGAAAIIIIAAAggggAACCCCAQPEFGCECBRXYROO6XXlA8VdHadGunlGL70bsp+XFCoVAXQWYQKwrLwdHoLAC4zSy/srlSrKWUsNVym3KKgqFAAIIIIBAZwJsQwABBBBAAAEEEEAAAQQQQKCsAt/SwCcrdytbKqGq3I24ujZeoeS16HfOBJhAzNkHRncRyJDAX9WX7ylbKE8rydpaDc8qxykUAggggAACCCCAQOEEGBACCCCAAAIIIIAAAgj0UGAnvW+a8ktlYyVUlbsRB2rjdQqFQEMFmEBsKHfGT0b3EOiZwJ162xrKSUqoTlPj48qmCoUAAggggAACCCCAAAIIINBsAc6PAAIIIIAAAs0S2E0n9r+VXq/lekqoKncjbqCNExUKgaYIMIHYFHZOikAhBX6oUa2m+FndWsRqLb26S7lM+YxCpSzA4RBAAAEEEEAAAQQQQAABBBBAoPgCjBABBHIrsI967qe1Xa2l/61Ui3blr4Ty3YibacsdCoVAUwWYQGwqPydHoHACv9OI/NzuPbX8i5Ks0WpoUfZSKAQQQACBKMIAAQQQQAABBBBAAAEEEEAAAQSKK3CQhjYriqKxWq6ihMp3Iw7WhhHKFIVCIBMCTCBm4mOgEwgUTuBnGlF/5VIlWX3VcLkySfmaQiGAAAIIIIAAAjkUoMsIIIAAAggggAACCCCAQFBgIbUepbyuXKAsr4SqcjfiSG38jUIhkCkBJhArHwdLBBBIW+AfOuB+ir/70M/11mqsttCrp5WTFQoBBBBAAAEEEEAAAQQQaIwAZ0EAAQQQQAABBOojsLgOe5LyhnKWspQSqsrdiHto45MKhUAmBZhAzOTHQqcQKJTAPRrN2spxSqh8UfVE4pahjV1pYx8EEEAAAQQQQAABBBBAAAEEECi+ACNEAAEEMirwBfXrTMV3HPpmic9oPVnz1FC5G3FfrT+vUAhkWoAJxEx/PHQOgUIJnKHRDFBuVZLlR5nerkY/2nRJLSkEECiHAKNEAAEEEEAAAQQQQAABBBBAAIHiCxR1hMtpYOcrnjg8WstFlGS9owbfjbiMlocov1coBHIhwARiLj4mOolAYQRmaiTbKrsprynJ2ksN3me0lhQCCCCAAAIIZFaAjiGAAAIIIIAAAggggAACpRXor5Ffpngy0JOCfbSerL+rwXcjeuLwGK37saZaUAjkR6BtAjE//aWnCCBQDIFrNIx+yoVKsnyLvy/Ad2nDWgqFAAIIIIAAAggggAACaQlwHAQQQAABBBBAAIGeCqypN16l+PGjHd0AUbkbcWntd4riiUQtKATyJ8AEYv4+M3qMQEwgxy/+rb4fpGykTFeStakaHldOUygEEEAAAQQQQAABBBBAAAEESi3A4BFAAAEEmibwDZ15gvKEsrsSqpfV6LsRfcfhj7T+rkIhkGsBJhBz/fHReQQKIXCfRuGL8A+0/J+SrOPU8JyyjUIhUCQBxoIAAggggAACCCCAAAIIIIAAAsUXYIT5FfCND7eq+79RdlZC5X+33FcbVlAuUCgECiPABGJhPkoGgkDuBX6sEfj54TdpmawBavDF+motffu/FhQCCCCAAALNEuC8CCCAAAIIIIAAAggggAACBRbYXGPz1ytN0bKjmxoqdyOuqn3GKlQhBco9KCYQy/35M3oEsibwkjq0o/Id5RUlWbupYaayv0IhgAACCCCAAAIIINA9AfZGAAEEEEAAAQQQQKBjge206X7lDsVfr6RFu6rcjfh1bfm5QiFQWAEmEAv70ZZjYIyysAK/0Mj6KecryVpMDRcp9yrrKhQCCCCAAAIIIIAAAggggEDBBRgeAggggAACdRTwzQwzdPyblfWVUPnfIn034mBtvEGhECi8ABOIhf+IGSACuRV4Tz0/TBmqPKQka5gafGE/S8s+CpUvAXqLAAIIIIAAAggggAACCCCAAALFF2CECGRZYE917mnlWqWjGxUmadtmynDllwqFQGkEmEAszUfNQBHIrYAnDz2J6MlETyomB3KUGlqU7RUKAQQQQKDuApwAAQQQQAABBBBAAAEEEEAAgVwL7Kfe+99rcrxfAAAQAElEQVQTr9Dya0qofDfiBtqwlXK3UsJiyGUXYAKx7P8LYPwI5EfAjzPtr+768aZaxGolvbpJ8V8LfUlLCgEEEEAAAQQQQCApwGsEEEAAAQQQQAABBMor8DEN/XDlj8rFyspKqPzvi74bcQdtfEChECitABOIOf7o6ToCJRT4g8bsZ5LvpOVLSrK8zX89dEhyA68RQAABBBBAAAEEEEAAgbwK0G8EEEAAAQQQ6LHAonrnccrryjnKskqoKncjjtLGRxUKgdILMIFY+v8JAIBALgVuVK99N+KPtUzWwmrw3Yr+CyF/qbFeZq7oEAIIIIAAAggggAACCCCAAAIIFF+AESKAQPMEPqdTn6p44vA0LfsqobpIjb4bcW8tf6tQCCDwoQATiB9CsEAAgdwJ/E89/oHyDeU+JVn+3kR/f6L/sugTyY28RgABBHomwLsQQAABBBBAAAEEEEAAAQQQQCDDAl9U33zTgScOj9f6Ykqy3leD/83QX4V0oNZfVBLFSwQQYAKR/w0ggEDeBaZrABspByn/VpLlZ5vPVOPOCoUAAggggAACZRVg3AgggAACCCCAAAIIIFBkgRU1ON9N+KqWRygfV5L1LzX4bsSltTxS8b5aUAggEBLI7QRiaDC0IYBAqQUu1Oj7KdcoyfqKGiYo1yvLKxQCCCCAAAIIIIAAAgjkRIBuIoAAAggggAACnQispm2XK76LcH8tQ/WmGn034jJanqD8VaEQQGABAkwgLgCIzQggkLpAPQ/4mg6+m7Kt4rsOtYjVTnrVovivkLSgEEAAAQQQQAABBBBAAAEEEECgTgIcFgEEEKinwDo6+HjlGWUvJVR/VKP/HdATh6drfa5CIYBAFwWYQOwiFLshgECuBG5VbwcoZyjJ+pga/Bz032i5gUIhgECXBdgRAQQQQAABBBBAAAEEEEAAAQSKL5DpEQ5V725SHlF2UUL1ghp9N+KXtTxX+a9CIYBANwWYQOwmGLsjgECuBI5Tb/3XSJO1TNY31HCfcoHySYVCAAEEEECguAKMDAEEEEAAAQQQQAABBBDIt8Am6v4k5QFleyVUlbsR/TVHl4R2oA2BwgukOEAmEFPE5FAIIJBJgcfUK/+CsZ+W/1SSdZAa/LjTjv5iSZspBBBAAAEEEEAAAQSaI8BZEUAAAQQQQACBkgtsrfHfq9ytbKGEqnI34uraeKVCIYBACgJMIKaAyCEQ6IYAuzZP4FKd2n999DMtk7WsGvzM9Ju1XFmhEEAAAQQQQAABBBBAAAEEEOiNAO9FAAEEEOidwE56+zTlNmWYEqr71ei7EQdqeZ1CIYBAigJMIKaIyaEQQCDzAn9RD/dUvqX8TknWdmpoUY5WKAQSArxEAAEEEEAAAQQQQAABBBBAAIHiCzDCJgvspvM/rlyvrKeE6i41bqlsqExUKAQQqIMAE4h1QOWQCCCQeYHb1cPVlB8qoTpTjX70wcZaUggggAACeReg/wgggAACCCCAAAIIIIAAAlkX2EcdfE65WllLCVXlbsRvauMdCoVAXIBXqQowgZgqJwdDAIGcCZyk/q6p3Kkkax01TFYuVj6lUAgggAACCCCAAAINFuB0CCCAAAIIIIAAAoUXOFgjfFkZqwxQQlW5G3GENk5VKAQQaIAAE4gNQOYUVQFWEMiiwFPq1BaK/8rpr1omaz81+LGme2hJIYAAAggggAACCCCAAAIILFiAPRBAAAEEEOhMYGFtPEp5XRmjfEUJVeVuxJHa+LBCIYBAAwWYQGwgNqdCAIFMC/xUveuveKlFrL6gVz9TfqmsqpSwGDICCCCAAAIIIIAAAggggAACCBRfgBEiUFeBxXV0PxHME4dnaX0pJVSXqXEVxX/Q/6SWFAIINEGACcQmoHNKBBDIrMAc9cx3Im6upe9M1CJW39Kr3ynHKxQCCCCQDwF6iQACCCCAAAIIIIAAAggggEBzBfzH+WeqC28oJyufUZI1Tw2+G3F5Lb+vPK9Q3RFgXwRSFmACMWVQDocAAoUQ+LVG4e9GPFHLUJ2qxieUzRQKAQQQQAABBBCoiwAHRQABBBBAAAEEEEAg5wJ+NKknBT1xeLTG4keXahGrt/XKdyMureWhyu8VCgEEMiDABGLjPgTOhAAC+RPwROFX1e1fKcnyBKMnGsdqw2cVCgEEEEAAAQQQQAABBBCwAEEAAQQQQKDsAgME4MeQvqzlwUqo/qZG3424jJbHKH9WKAQQyJAAE4gZ+jDoCgIIZFLg2SiKtlbPvquEfpHxI09btG1vhUIAAQQQQAABBBBAAAEEEEAAgdwK0HEEEOilgP/g/iod4zlltBIqf/+h70b0xOEp2uEfCoUAAhkUYAIxgx8KXUIAgUwK+Jef/urZJUqyPqeGnyp3KKsrFAIIZEWAfiCAAAIIIIAAAggggAACCCCAQL0FvqETTFD8lT+7axmqyt2Injj8kXZ4V0mvOBICCKQuwARi6qQcEAEECizwT41tf2UT5VElWZur4SnFfz2lBYUAAggggAACPRXgfQgggAACCCCAAAIIIJB5gWHq4W3Kb5SdlVBV7kZcQRt/olAIIJATgUZNIOaEg24igAACXRKYrL3WVY5VQnWiGp9RtlIoBBBAAAEEEEAAAQTKJMBYEUAAAQQQQKD4AltoiHcp9yr+6h8t2tXjavHdiKtqOU6hEEAgZwJMIObsA6O7CDRegDN2InCmtvmxprdomazV1PAr5Qrl8wqFAAIIIIAAAggggAACCCCAQIYF6BoCCCCwQIHttMf9yiRlUyVU09TouxHX1vLnCoUAAjkVYAIxpx8c3UYAgcwItKgn/uVpVy3/pCRrTzXMVPZVKAQaK8DZEEAAAQQQQAABBBBAAAEEEECg+AL1H+F3dIoZys3K+kqofDfiNtowRLlBoRBAIOcCTCDm/AOk+wggkBmB8eqJ70YMPct9cW27VLlb+bpCIYAAAggg0KkAGxFAAAEEEEAAAQQQQACBDAjspT74a3qu1dJf56NFu6rcjThcW36pUAgg0A2BLO/KBGKWPx36hgACeRP4tzp8sLKh8rCSrE3U8JhyukIhgAACCCCAAAIIFE+AESGAAAIIIIAAAkUQ2F+DeEG5XPHX9GjRrip3I26lLfcoFAIIFEyACcSCfaAMJ20BjodAjwT8LPj19M4jlf8qyTpWDc8rIxQKAQQQQAABBBBAAAEEEECg6QJ0AAEEECi9wMckcLjyR+UiZSUlVH4Kl+9G3EEbH1QoBBAoqAATiAX9YBkWAghkQuAc9cKPNb1Ry2S5/RY1+sukl9GSSluA4yGAAAIIIIAAAggggAACCCCAQPEFGGFvBRbVAY5TXlf8b1nLahkq3434NW3YVXlUoRBAoOACTCAW/ANmeAgg0HSBWerBTsq3lT8oyfIvXTPVeIBCIYAAAghEUQQCAggggAACCCCAAAIIIIBA3QX66gynKm8opyl+rUW7qtyN+D1t+a1CIZCaAAfKtgATiNn+fOgdAggUR2CChtJPOU9Jlv/S60I1TlEGKhQCCCCAAAIIIJBHAfqMAAIIIIAAAgggkH0B32HoOw19x+Hx6q7/XUqLWP1Hr7yP9z1Q6y8pFAIIlEyACcSSfeDdGy57I4BAygL+5cvPkh+i44aeEb+R2qcrP1L4v89CoBBAAAEEEEAAAQQQQKARApwDAQQQQKAEAv5OQ99N6O849L9P+TsPk8P+lxp8N6K/budIrf9JoRBAoKQC/AN1ST94ho0AAk0VmKazr68cqryrJOsHamhR/GXUWvSgeAsCCCCAAAIIIIAAAggggAACCBRfgBEisGCB1bSLv7/wBS33V0L1phr9PYieODxB639VKAQQKLkAE4gl/x8Aw0cAgaYKjNHZ+yvXKclaUQ03Kt72ZS0pBBAoiQDDRAABBBBAAAEEEEAAAQQQQCAFgXV0jPHKM8peSqgqdyN64vAM7TBXoRokwGkQyLoAE4hZ/4ToHwIIFF3gFQ1wF2VH5UUlWd9Wg+9G9N2KWqUQQAABBBBAIKMCdAsBBBBAAAEEEEAAgSwI+KlXN6sjjyj+Nyct2lXlbkT/0fp52vpfhUIAAQRiAkwgxjhqX7COAAIINFTgJp3NdyOerWWyFlKDf5l7QEt/f6IWFAIIIIAAAggggAACCKQjwFEQQAABBBAohMCmGsUk5X5lOyVUT6vRdyP20/IShUIAAQQ6FGACsUMaNiCAQG4F8tvxD9T1o5RBylQlWUPV8KByruJJRS0oBBBAAAEEEEAAAQQQQAABBEoqwLARQMACW+vHvcpdyhZKqGao0XcjrqHllQqFAAIILFCACcQFErEDAggg0HAB/1I3TGc9UAk9e/4wtc9URioUAoUSYDAIIIAAAggggAACCCCAAAIIINAlgZ201zTlNsX/jqRFu6rcjeg/Vr+u3dYmNnBqBBDIvgATiNn/jOghAgiUV+AiDd2PlPi5lslaTg2/UG5QVlAoBBBAAAEEminAuRFAAAEEEEAAAQQQQKAxArvrNE8o1yvrKaGq3I24oTbeolAIIIBAtwU6mEDs9nF4AwIIIIBAfQRe12H9i+EILZ9XkrWjGlqUIxUKAQQQQAABBBBAAIFuCrA7AggggAACCOREYLT6+ZxylbKmEqrK3Yjf1MY7FQoBBBDosQATiD2m440IZFSAbhVVwL8ArqLBna4k66NqOFt5WPFflmlBIYAAAggggAACCCCAAAIIFFqAwSGAQFkEDtZAX1YuUwYooZqgRt+N6D9An6p1CgEEEOi1ABOIvSbkAAgggEBDBY7X2dZW7lGS5efZ+5fEn2jD/ylUzgToLgIIIIAAAggggAACCCCAAAIIFF+gCyNcWPscpfjJVGO0/IoSKt+NuJY2fFvxH5ZrQSGAAALpCDCBmI4jR0EAAQQaKfC4Trap8n3lH0qyDlTDTGVXhUIAAQQQqL8AZ0AAAQQQQAABBBBAAAEE0hD4jA5ysvKGcpaylBKqyt2I39XGJxUKAQQaI1CqszCBWKqPm8EigEDBBPzLYj+N6UolWV9Uw8+ViUp/hUIAAQQQQAABBBBoJ0ADAggggAACCCCQCQFPFHrC0HccnqQeLa4k6wM1VO5G9B+V+4/H1UQhgAAC9RFgArE+rhy1WQKcF4HyCbypIe+lbKX8VknWtmp4XjlGoRBAAAEEEEAAAQQQQACBYggwCgQQQKAYAn40qScFPXHoR5b60aXJkb2tBk8uLqPlocofFAoBBBCouwATiHUn5gQIIIBAQwQm6SxfU05RQnWGGh9VhiuZLDqFAAIIIIAAAggggAACCCCAAALFF2CErQID9NNPlnpZy4OVUP1Njb4b0ROH/sPwP+s1hQACCDRMgAnEhlFzIgQQQKAhAn5O/ho60x1KstZWwz3KJcqnFQoBBBBIQ4BjIIAAAggggAACCCCAAAIIdE1gLe12tfKcMloJVeVuxKW18YfKPxQKgSwI0IeSCTCBWLIPnOEigEApBJ7WKLdUvqfMWHHQ/AAAEABJREFUVpLl5+S3qPG7CoUAAggggAACpRVg4AgggAACCCCAAAINElhP57leeVzZTQnVLDX6bkTfcXi21t9TKAQQQKBpAkwgNo2+DifmkAgggEBc4HK97K+MU5L1eTVcqfxS+apCIYAAAggggAACCCCAQF4E6CcCCCCAQF4EhqmjtynTlJ2UUD2rRt+NuKKWP1EoBBBAIBMCTCBm4mOgEwggUHaBOo7fz8v3L6Hf1DmeVJL1LTX8VjlBoRBAAAEEEEAAAQQQQAABBBBAoI4CHLo0AltopHcp9ypbK6Hy3Yi7a4P/sDv0x9/aRCGAAALNE2ACsXn2nBkBBBBopIB/afVz9juaKPQz9T3B6InGRvaLcyGQdwH6jwACCCCAAAIIIIAAAggggEBFYDutPKBMUjZVQlW5G3Ftbfy5QuVDgF4iUDoBJhBL95EzYAQQKLnAaRr/qoofXapFrNbQqzsV/9XbElpSCCCAAAIIFFiAoSGAAAIIIIAAAgggkJrALjrSI8rNylAlVJW7EYdo440KhQACCGRaoDgTiJlmpnMIIIBApgSeU2+2UfZQ3lCS9T01tCheakEhgAACCCCAAAIIIJAhAbqCAAIIIIBAdgT2UleeUcYr6yihul2NvhtxuJa/UigEEEAgFwJMIObiY6KTCBRbgNE1TeBqnbm/crGSLN+B6DsRfUei70xMbuc1AggggAACCCCAAAIIIIAAAt0SYGcECiSwv8bygnK5spoSqpvUuL7yLeUehUIAAQRyJcAEYq4+LjqLAAIIpC7wLx3xAMV/BedHbWg1Vv5ORH83or8jMbaBFwhEUQQCAggggAACCCCAAAIIIIAAAmUR+LgGerjyqnKRspISqsrdiDtq44NKEYoxIIBACQWYQCzhh86QEUAAgYCAn8M/UO3HKKE6QY2/VfxXc1pQCCCAAAL5FqD3CCCAAAIIIIAAAggg0EWBxbTf8crryjnKF5VQVe5G3FUbH1MoBBBAIAMCPe8CE4g9t+OdCCCAQBEFztKg+ikTlWR9VQ2/VK5UvqBQCCCAAAIIIIAAAo0W4HwIIIAAAggg0CiBvjrRaYonDk/V8nNKqCp3I35PG3+nUAgggEAhBJhALMTHyCDyLEDfEciggJ/hv736NUrxYzm0iNV39Wqm8n2FQgABBBBAAAEEEEAAAQQQ6IIAuyCAQG4EllVPfaehJw6P0/qiSrL+o4YfK973QC1fUigEEECgUAJMIBbq42QwCCCAQKoC1+po/ZULlGR9Wg2XKP4S8LW1LGMxZgQQQAABBBBAAAEEEEAAAQQQKI6Av9PQdxP+UUPydx1+TEtXbf6lF74bcRktf6D8SaEQQACBQgowgVjIj5VBIYAAAqkJvK0jHaJsqPxGSdZwNTyqnKFQCCCAQE4E6CYCCCCAAAIIIIAAAgggUBX4mtauUPxEpv21DNWbavTdiEtreaLyV4VCAIHMC9DB3ggwgdgbPd6LAAIIlEfgfg11sHKk8r6SrGPU4MeabqslhQACCCCAAAII1EeAoyKAAAIIIIAAAukJrKtD+elLT2u5pxKqV9TouxE9ceg/nv63XlMIIIBAKQSYQCzFx5zdQdIzBBDInYC/A8CPNb0h0PN+apuoXKN8UaEQQAABBBBAAAEEEEAAgVYBfiCAAAIZElhffblZmaF8RwlVixp9N+JyWp6n/E+hEEAAgVIJMIFYqo+bwSKAAAKpCLwcRdHOOtJI5fdKskapwXcjHqglhQACCCCAAAIIIIAAAggggAAC+RUoUs831WAmKX7K0nZahqpyN6L/ePqS0A60IYAAAmURYAKxLJ8040QAAQTSF7heh/Rdh+dqmaz/U8NPlKnKIIVCAIHMCNARBBBAAAEEEEAAAQQQQKBUAttotFOUu5QtlFBV7kZcQxt/plAIFECAISDQOwEmEHvnx7sRQACBsgv4+xCPEIK/H/EBLZO1oRoeVs5WPqpQCCCAAAIIINBTAd6HAAIIIIAAAggg0B0BPz3pN3rDrcpGSqgqdyP6j59/EdqBNgQQQKCsAkwgNvGT59QIIIBAgQT8C/kGGs8hyjtKso5Ug78/YEctKQQQQAABBBBAAAEESiXAYBFAAAEEGiqwu872hDJB+YYSql+r0Xcj+g+fb9E6hQACCCCQEGACMQHCSwQQQKALAuzSscAF2uTvCbhWy2StoIYbFP9F33JaUggggAACCCCAAAIIIIAAAghkWYC+5UtgtLr7nHKVsqYSqsrdiJtr450KhQACCCDQgQATiB3A0IwAAggg0GOBP+qdo5QdlBeUZI1Ug+9GPExLCoEGC3A6BBBAAAEEEEAAAQQQQACBAgn00Vj8NKTfa3mZMkAJVeVuxG218T6FKrwAA0QAgd4KMIHYW0HejwACCCDQkcDN2uC7EX+kZbI+oYZzlQeVoQqFAAIIIIBA5wJsRQABBBBAAAEEEEBgvsAiWj1aeV05X+noSUeVuxG/rX2mKxQCCCCAQBcFmjaB2MX+sRsCCCCAQL4F5qn7/oV+oJZTlGQNUcMDynnKwgqFAAIIIIAAAgggUDABhoMAAggggECKAp/RsU5WPHF4ppZfUEJVuRvxu9r4lEIhgAACCHRTgAnEboKxOwIIRBAg0BOBR/SmjZUDlLeUZB2qhpmK/yJQCwoBBBBAAAEEEEAAAQQQQKDJApwegSwJLKXOnKV44vAkLRdXkvWBGnw34le0/L7if2fQgkIAAQQQ6IkAE4g9UeM9CCCAAAI9FbhYb/RjTa/WMllfVsN1yo3KigqVugAHRAABBBBAAAEEEEAAAQQQQCBXAsurt2MUTxwepWXo6UVvq913Iy6t5WHKH5SSF8NHAAEEei/ABGLvDTkCAggggED3BPxL/x56ywjlOSVZO6ihRfmBQiGAAAIIWIAggAACCCCAAAIIIFAugVU03LHKLOVgJVRz1Oi7ET1xeKzW/6JQCCCAQL4FMtR7JhAz9GHQFQQQQKBkArdpvKsqpynJ8vXpR2qcrmykUAgggAACCCCAQC4F6DQCCCCAAAIIdEtgLe3tpxY9q+U+SqheU6PvRlxGyx8q/1QoBBBAAIGUBfwPtCkfksMhUGgBBocAAukLnKBDfl25S0nWQDVMUS5UFlUoBBBAAAEEEEAAAQQQQKARApwDAQQaK7CeTne98riymxIq3414kDZ8UTlbeU+hEEAAAQTqJMAEYp1gOSwCCCCAQLcEntDe31T2Vf6uJOsANfjLzzv6jwhtXlCxHQEEEEAAAQQQQAABBBBAAAEEMiawsfrjJxRN03InJVSVuxFX1Eb/gbEWnRXbEEAAAQTSEGACMQ1FjoEAAgggkJaAv9+gnw52hZIsP5rEjzG5RRsGKBQCCJRFgHEigAACCCCAAAIIIIBA0QS21IDuViYrWyuhqtyN+FVt/KlCIYBA0QUYX6YEmEDM1MdBZxBAAAEEJDBb2Vvxf0w8o2WyRqjhOeVYhUIAAQQQQACBDAvQNQQQQAABBBBAICGwvV4/oNyubKKE6iE1+m7EtbW8RqEQQAABBJogwARiE9BzfEq6jgACCDRS4A6dbHXlZCVUp6vxMaWj/+DQJgoBBBBAAAEEEEAAAQR6IMBbEEAAgbQFdtEBH1FuUoYqoarcjejtN4Z2oA0BBBBAoHECTCA2zpozIYAAAk0UyPWpT1HvPZE4SctkfV0NfuTJpVourlAIIIAAAggggAACCCCAAAIIlFggc0PfSz3y04XGa7mOEqrK3Yj+A+FfhXagDQEEEECg8QJMIDbenDMigAACCHRfwP+xsZXe5kebvqllsvZVQ4uyp0IhUCwBRoMAAggggAACCCCAAAII5E/gAHX5ReVyZTUlVJW7Eb+ljb77UAsKgRILMHQEMibABGLGPhC6gwACCCDQqcAV2tpfGaska0k1eLv/WrGj/zjRLhQCCCCAAAKNEeAsCCCAAAIIIIBAyQQ+rvEeobyqXKisqISqcjfijtro7zvUgkIAAQQQyJoAE4hd/0TYEwEEEEAgGwJ/Vzd8x+FmWj6hJMt3KvqOxROTG3iNAAIIIIAAAggggEAXBNgFAQQQQKB7Aotp9+OV15UfK19UQvVTNfoPfnfV8jGFQgABBBDIsAATiBn+cOgaAgikJcBxCirg7z70dyD6P1JCQ/R3Jz6lDZsrFAIIIIAAAggggAACCCCAQOEFGGCDBfrqfKcpnjg8VcvPKaGq3I24jzb+TqEQQAABBHIgwARiDj4kuogAAggg0KnA6dq6inKbkqzV1XCH4r9y7Og/ZLSZyqwAHUMAAQQQQAABBBBAAAEEEMiawJfUoXOVN5TjlEWVZP1HDZW7EQ/S+iyFQqBjAbYggEDmBJhAzNxHQocQQAABBHog8LzeM0LZXfFfPmoRq731qkXxXztqQSGAAAII1FuA4yOAAAIIIIAAAggUTmBljehi5RXlMOWjSrL+qQbfjbi0lj9QXlMoBBBAAIEcCnR1AjGHQ6PLCCCAAAIlFPi5xtxfuUhJ1mfVMFb5tbKmQiGAAAIIIIAAAgi0F6AFAQQQQACBpMDX1HCF4j/M3U/LUP1Fjb4bcRktT1TmKBQCCCCAQI4FmEDM8YdH1xHomgB7IVA6gbc04gOVjZUZSrI2U8MTiv8iUgsKAQQQQAABBBBAAAEEECiCAGNAIHWBdXXEa5WnlT2VUFXuRvTE4Rna4d8KhQACCCBQAAEmEAvwITIEBBBAAIGgwBS1DlKOVuYpyTpeDf7y9q21zGbRKwQQQAABBBBAAAEEEEAAAQQaL7CBTjlR8R/lfkfLUFXuRlxOG89X/qdQPRXgfQgggEAGBZhAzOCHQpcQQAABBFIV+JGO1k+5WUnWqmq4TfmZspRCIYAAAqkIcBAEEEAAAQQQQAABBHIo4Cf23KF+36dsq4Sqcjeivz7k0tAOtCGAAAJlEijyWJlALPKny9gQQAABBCoCL2plB2UX5Y9KsvZQw0ylo+9y0CYKAQQQQAABBEogwBARQAABBBAoo8A2GrSf4vNrLTdXQjVdjb4bcQ0t/Ue4WlAIIIAAAkUWYAKxyJ8uY4uiCAQEEEAgJnCdXvmvJMdomaxPqeFiZbKyjkIhgAACCCCAAAIIIIBAbgToKAII9EBgZ73nN8qtykZKqCp3I35DG3+hUAgggAACJRFgArEkHzTDRAABBHInUL8Ov6NDH6r4Ox2maZmsjdXwiHKmQiGAAAIIIIAAAggggAACCCBQNAE/hedJDWqC4olBLdpV5W5ETyx6grHdDqk1cCAEEEAAgUwKMIGYyY+FTiGAAAIINEDgAZ1jiHKE8h8lWUeroUXZTqEQQKAbAuyKAAIIIIAAAggggAACmRTYV716XvEjSP0oUq22K08WetLQjzL1JGK7HWhAAAEEKgIsiy3ABGKxP19GhwACCCCwYIFztYsfa3q9lslaWQ03K+OVZRUKAQQQQACBIgswNgQQQAABBBAonkAfDekQ5ffKpYr/+1eLdlW5G3FbbSWhs+0AABAASURBVPFjS7WgEEAAAQTKLMAEYqE/fQaHAAIIINBFAf+H1Ejt6+9/eFnLZO2ihpnKwQqFAAIIIIAAAggggEDGBOgOAggg0E5gEbX4yTqva3m+spwSKt+NuKY2fFuZrlAIIIAAAgi0CjCB2MrADwQQQCBjAnSnWQI36MT9lHOUZH1SDWMU/yXmelpSCCCAAAIIIIAAAggggAACCPROIP13f1aHPFl5QzlT+YISqsrdiHtq41MKhQACCCCAQEyACcQYBy8QQAABBBCI/iuDIxVPEt6vZbI2UMM05cfKxxQKgZgALxBAAAEEEEAAAQQQQACBJggsrXP+SPEdhydp+WklWf9TQ+VuxP203qJQCCDQQwHehkDRBZhALPonzPgQQAABBHoq8LDeuKHix5a+rWWyjlCD/2NrJy0pBBBAAIH8CzACBBBAAAEEEEAgjwLLq9MXKK8pP1AWUpL1bzX4bsRltDxMeUWhEEAAAQQQ6FSgwBOInY6bjQgggAACCHRV4Cfasb8yXkmW/0PtejVOUL6iUAgggAACCCCAAAINF+CECCCAQCkFVtGoxyqzlIOUUM1R44mKJw6P1fIvCoUAAggggECXBJhA7BITOyGAQEMFOBkC2RN4VV3aVdle8V2HWsRqZ71y++FaUggggAACCCCAAAIIIIAAAl0RYJ+eCHxdb7paeVbZRwlV5W5EP9b0VO3wT4VCAAEEEECgWwJMIHaLi50RQAABBEouMFHj992IZ2mZrI+r4RzlIWV9pZTFoBFAAAEEEEAAAQQQQAABBOoiMFhHvUF5TNlNCVXlbsQvauOPlf8oFAJ1EeCgCCBQfAEmEIv/GTNCBBBAAIH0BY7RIddV7lWS5f+ou1+N5yuLKBQCCCCQBwH6iAACCCCAAAIIIJBNgY3VrV8q/mPVHbUM1e/U6LsRV9TyQoVCAAEEEECgI4EutzOB2GUqdkQAAQQQQCAm8KheDVf2V/6lJOsQNcxUvqNQCCCAAAIIIIBAnQQ4LAIIIIBAQQW21LjuViYr31JCVbkbcTVt/KlCIYAAAgggkJoAE4ipUXIgBFIS4DAIIJA3gUvUYT/W9Cotk/UlNVyr3KSspFAIIIAAAggggAACCCCAQJsAPxEIC2yv5geU25VNlFBV7kZcRxuvUSgEEEAAAQRSF2ACMXVSDogAAgggUEKBNzTm7yrbKM8qyfJ/ALao8SiFQgABBBBAAAEEEEAAAQQQQCApMEoNftKN/wB1qNZDVbkb0du9X2gf2hogwCkQQACBMggwgViGT5kxIoAAAgg0SsDfS/FVnew0JVl91HCWMkMZplAIIJAdAXqCAAIIIIAAAggggECzBPbWiX+r+E7CtbUMVeVuRN+R6PXQPrQhgAACCCxYgD26IcAEYjew2BUBBBBAAIEuCpyg/dZS7lKSta4a7lUuUhZTKAQQQAABBBDosQBvRAABBBBAILcCB6jnLyr+7kL/IapW29WNavHdhv4ORN99qJcUAggggAACjRFgArExzpylqwLshwACCBRH4EkN5ZvKaOVvSrL2V8NMZXeFQgABBBBAAAEEEECgXAKMFoFyCnxCwz5CeVW5UFlRCVXlbsSdtNHfd6gFhQACCCCAQGMFmEBsrDdnQwABBAorwMA6FBinLf2Uy5VkLa2Gq5RblVUUCgEEEEAAAQQQQAABBBBAoHgCn9KQ/KSa17X8sfJFJVSVuxF308bHlUwWnUIAAQQQKIcAE4jl+JwZJQIIIIBAcwX+qtN/T9lCeVpJ1jZqeFY5TqEQaLQA50MAAQQQQAABBBBAAIH6CCypw56ueOLwh1ouoYSqcjfiPtro/zbUgkIAAQRSF+CACHRLgAnEbnGxMwIIIIAAAr0SuFPvXkM5SQnVaWr0X5luqiWFAAIIIIDAAgTYjAACCCCAAAIZFfiS+nWu4onDY7X8PyVZ76mhcjfiQVqfpVAIIIAAAghkRoAJxMx8FFEU0RcEEEAAgbII+C9Pv6bB3q4kay013KVcpnxGoRBAAAEEEEAAAQSKJsB4EECgqAIra2AXK68ohykfVZL1TzX4vwmX0fIHymsKhQACCCCAQOYEmEDM3EdChxBAII8C9BmBHgj8Vu/5lrKX8hclWaPV0KJ4uxYUAggggAACCCCAAAIIIIBAswU6OP/qar9S8X/D7adlqPzffb4bcWlt9FNp5mhJIYAAAgggkFkBJhAz+9HQMQQQQACBkgj4PzL7a6y+41CLWPXVq8uVSYrvWNSCSlmAwyGAAAIIIIAAAggggAACPRUYqDdepzylfFcJVeVuRE8cnqkd3lYoBBBovABnRACBbgowgdhNMHZHAAEEEECgDgL/0DG/r/i7D/0diFqN1RZ69bRyskIhgAACCLQK8AMBBBBAAAEEEGiawAY680RluvJtJVQz1ei7EZfT8nzlA4VCAAEEEEAgNwLZmUDMDRkdRQABBBBAoG4C9+jIayvHKaHyY248kegJxdB22hBAAAEEEEAAgewL0EMEEEAgvwKbqet3KPcp2yqhqtyNOEAbL1UoBBBAAAEEcinABGIuPzY6jUC2BOgNAgikLnCGjriKcquSLD/K1I809aNN/YjT5HZeI4AAAggggAACCCCAAAJ1ESjxQUdo7FOUXyubK6Gq3I24pjZepVAIIIAAAgjkWoAJxFx/fHQeAQQQQKDAAs9rbP6L1t21fE1J1l5q8Bf0j9ayp8X7EEAAAQQQQAABBBBAAAEEOhYYqU0PK7coGymhqtyN+A1tnKBQCGRRgD4hgAAC3RZgArHbZLwBAQQQQACBhgr8XGfrr1yoJOszarhMuUtZS6EQQKA0AgwUAQQQQAABBBBAoI4Ce+jYTyq/UAYpobpTjb4b0ROLoafHaDOFAAIIIIBAbwWa934mEJtnz5kRQAABBBDoqsBc7XiQMkzxY3G0iNWmevW4cppCIYAAAggggECWBegbAggggECWBfZV5/w0mJ9puYYSqsrdiFtoox9pqgWFAAIIIIBA8QSYQCzeZ8qIGizA6RBAAIEGCkzVufxYnKO0/EBJ1nFqeFbZRqEaL7CCTrmDcqLiO0fv19KPmf2rlu8q/swcr7vN27yP9/V7/F4fQ7tSCCCAAAIIIIAAAlkToD+FFfC/jx6q0f1euVTxE2C0aFeVuxG30xY/tlQLCgEEEEAAgeIK+AJZ3NExMgQQQAABBDoWyPOWs9X5fspNSrJWUYMfn3OVlksrVP0EltWh91GuV15XXlJuVE5RdlXWV1ZWllAWUvp8GK+7zdu8j/f1e/xeH8PH8jF9bJ9Db6MQQAABBBBAAAEEEEAgZYFP6njHKP79+zwtl1NCVbkb8TvaOEOh8idAjxFAAAEEeiDABGIP0HgLAggggAACGRDwRNOO6of/I/YVLZO1uxpmKvsrVHoC/t7JA3Q43zn4Ry3HKjspSylplY/lY/rYPofP5XP63GmdI+fHofsIIIAAAggggAACCPRY4LN6p/+AzxOHZ2j980qoKncj7qmNTysUAggggEDDBThhMwWYQGymPudGAAEEEECg9wJ+jI4fsXN+4FCLqe0i5V5lXYXqucA6euvlyhzlQsV3DmrRkPK5fE6f231wXxpyYk6CAAIIpC7AARFAAAEEEGiegJ/Q8iOd3hOH/gqBT2s9Wf9TQ+VuxP207q8d0IJCAAEEEECgfAJMIJbvM091xBwMAQQQQCATAv5OvcPUE080PaRlsoapwY/aOUtLP0ZTC6qLAoO13y3KI8peSod+iy66aLTRRhtFhxxySHTZZZdFd999d/Tss89Gb775ZvTOO+9EH3zwQWu87jZv8z7e1+/xe30MnaOj8rndB/fFfRrS0Y60I4AAAggggAACaQtwPARyLLCC+n6B8pryA8VfKaBFrP6tV74b0ZOMh2s99JQXNVMIIIAAAgiUR4AJxPJ81owUAQQQqBVgvZgCD2pYQxX/B+97WibrKDX4L2i315LqXMD/yHCNdvGE7AgtgzV48ODotNNOi6ZPnx699dZb0ZQpU6Lzzz8/Gj16dLTJJptEq6yyStS3b99o4YUXjvr06dMar7vN27yP9/V7/F4fw8fyMX3s4EnbGkdo4c/bfXRf9ZJCAAEEEEAAAQQQQACBGoFVtT5O8dc/HKRlqPyUD9+N6InD47TDm0rRivEggAACCCDQIwEmEHvExpsQQAABBBDItIAfuePHmk4I9HIltd2kXKt8SaHaCxytpheVUUq76tevX+uk4UsvvRQ99NBD0XHHHRcNHDiw3X49bfCxfEwf2+fwZKLPOf94sTX30X11n2MbeIEAAggggAACCCCAQEkFvq5x/1z5nfI9JVR/UqPvRvTE4ala/5dCIYAAAhkToDsINFeACcTm+nN2BBBAAAEE6iXwBx3428pOyiwlWd9Rw0zlEKUZdaZO+nElS7WGOnO/4r710TJWfsTozTffHM2cObN10nCFFep/45/P4clEn9Pndh9inWp74b66z/frpcegBYUAApkUoFMIIIAAAgggUE8Bf/3ADTrBY8quSqh8N+KB2rCs8mPlPwqFAAIIIIAAAgEBJhADKF1tYj8EEEAAAQRyIHCj+thP8X8caxGrRfTqfMUTT/6Pba02rL6hM/mRqlpkovZRL55Q/D2SWswvP0r09ttvb3086XbbbTd/Q4PXfG4/5tR9cZ8Cp3ffPQaPJbCZJgQQQAABBBDoqQDvQwCBTAtsrN79UvHXD+yoZagqdyP6iSwXhXagDQEEEEAAAQTiAkwgxj14hQAC5RBglAiUTeB/GrAfz+NJu/u0nixPPPk/ts/Rhk8ojaildJLjFf/lrxZNrTE6+1jFd/Jp0VZLLLFENHbs2NbHlG655ZZtjRn46b748abum/uY6JLH4LF4TIlNvEQAAQQQQAABBBBAoFACW2k09yiTlW8poarcjbiaNl6uUAgggAACCCDQRQEmELsIxW4IIIAAAggUQGC6xrCRcpDybyVZh6vBjzXdWct61xd0goUUT3Zp0dVKdT8/QvUWHfFgJVajRo2Knn/++WiffbJ7M5/75j66r7HOt73wmDw2j7GthZ8IIIAAAggggAACCBRDYAcN40HlV8pwJVT+A0nfjbiONo5XKAQQyJ0AHUYAgWYLMIHY7E+A8yOAAAIIINB4gQt1yv7KNUqyvqKGCcr1yvJKPcqTWp/68MCba9mM54J+Vuf1XyqP0DJWvrPvmmuuifr27Rtrz+IL99F9dZ8D/fPYPEaPNbCZJgQaLMDpEEAAAQQQQACB3gmM0tsfVfw1DUO0DJXvSPTdiEO18SaFQgABBBBAAIEeCvR4ArGH5+NtCCCAAAIIIJANgT+pG7spnrzzXYdajdVOetWiHKGkXcnHll6sE/j7GLVoSHlCbZLO5Ee3atFW/fr1i6ZPn57puw7betr+p+9GdN89hsRWj9Fj9ZgTm3iJAAIIIIBA1wTYCwEEEGiywN46/28V/wHk2lqGqnI34qbaeLtCIYAAAggfMGF5AAAQAElEQVQggEAvBZhA7CUgb0cghwJ0GQEEEKgV8GMuB6jhTCVZH1PDj5VpygZKWrVk4kB+nOkpibZ6vfTdjx7zoNoTDBs2LHrwwQejgQMH1jbnat199xg8lkTHPVaP2WNPbOIlAggggAACCCCAQIEF8j60AzWAl5SfKl9VQlW5G3FrbbxXoRBAAAEEEEAgJQEmEFOC5DAIIIAAAgjUX6CuZzhWR/f3g/iRl1qN1Xp6dZ8yRvmk0ttaOnCAw9TWT6l33aAT+K48Ldpqm222iSZPnpyLR5a29bjjn36kqcfiMSX28pg99kQzLxFAAAEEEEAAAQQQyJTAJ9SbIxU/MeUnWq6ghKpyN6KfnOI/eAztQxsCORag6wgggEDzBZhAbP5nQA8QQAABBBDIisBj6sgmyn7KP5VkHayGmcouSm9qqcCbP6q2K5V6lidA/b2A1XN4ou3WW2+N+vTpU23L+0qfPn0ij8ljS4zFY7dBopmXDRHgJAgggAACCCCAAAKdCXxKG09QXlfOVpZRQjVOjb4b0V/H8LjWKQQQQAABBLIlUKDeMIFYoA+ToSCAAAIIIJCSwKU6Tn/lZ0qy/P2F49V4s7Ky0pPyI0tD7/Odjt8NbUihbR8dwxOgWrSVH/V5yy1+smfb66L99Ng8xsS4bGCLRDMvEUAAAQQ6EqAdAQQQQKCuAv56g9N1Bk8c/lDLJZRQVe5GHK2NzyoUAggggAACCNRZgAnEOgNz+MwJ0CEEEEAAga4J/Fm77an4u0R+p2WytlNDi3K00t3qaALRxzlPPxZX0qw1dLDLlGr169cvmjBhQqHuPKwO7sOVPn36tI7RY/2wqbKwhU0qr1kigAACCCCAAAJFFGBM2Rb4srrn3/3f0NJfp/B/WibrPTVU7kb0H8K9rNcUAggggAACCDRIgAnEBkFzGgQQQACB3grw/iYJ/ErnXU05VQnVmWp8RNlY6WqFHmFaea8nD39ceZHS8gIdJ/aM0quvvroQ33mocXVa/k5EjzWxky1skmjmJQIIIIAAAggggAACdRfw955forP8QTlUCf3bpL9OwXcj+rvTj9I+vjtRC6o8AowUAQQQQCALAqGLdBb6RR8QQAABBBBAIFsCJ6o7ayq/VpK1jhomKxcr/u4SLTqtz3e6NYr21vZBShrlOyTXrz3Q2LFjo4EDB9Y2FXrdY/WYE4O0iW0SzXV6yWERQAABBBBAAAEEyi6wugCuVGYq31dC5aeg+G5ETxyepB3+plAIIIAAAnkSoK+FEmACsVAfJ4NBAAEEEECgrgJP6eibK/4OvTlaJms/NfgfBPbQsrPq7A7EyvvGVVZ6sVxB7z1DqdaoUaOiffZx96tNpVjxmD32xGBtY6NEMy8RQACB+QKsIYAAAggg0EsB/+XedTqG/1viu1qGqnI34jLa6CecvK0lhQACCCCAAAJNFmACsckfQINPz+kQQAABBBBIQ+CnOogfPeSlVmPlycGfqeU2ZVUlVP6HgVB7bZsfm+pHGtW2dXf9ZL3Bj+vUIoqWWGKJ6Lzz/DUrrS9L98Njt0HNwG1jo5omVhFAAAEEEECgIAIMA4FmC2yoDkxUpivfVkLlPz703Yhf0cYxygcKhQACCCCAAAIZEWACMSMfBN1AAAEEOhdgKwKZE/AdiL6Vz3ck+q+Jkx3cWg2/U45Xaqtv7YsFrJ+i7V9QelJD9KZRSrXOOOOMUnzvYXXAiRV/H6INEs02Gpxo4yUCCCCAAAIIIIAAAj0V+KbeeKcyVdlWCZX/+8F3Iw7QxssUKibACwQQQAABBLIhwARiNj4HeoEAAggggEBeBfydiP5uRH9HYmgMp6rxCWUzxeU7FL3sShbTTj9RelKH175p8ODBzXt0aW1HmrzuR5naItGNIxKveYkAAggggAACCCCAQHcFRugNnjT05KEnEfWyXT2sFt+N6P9+uErrFAIIIFAsAUaDQMEEmEAs2AfKcBBAAAEEEGiSgCcK/djRXwXO738g8ETjWG1bSelO7aidN1K6U+toZ/8DhhZtdcwxx7St8DMKWNjKZugggEBCgJcIIIAAAgggsECBkdrDE4O3aOnHlmrRrjyx6N8519OWCQqFAAIIIIAAAjkQKNMEYg4+DrqIAAIIIIBArgX8yFI/unRPjeLPSrL8yFN/P2KyfUGvL9cOCyldrdG1O2600UbRlltuWdtU6nVb2CSBEDNLbOMlAggggAACeROgvwggUH8BP4L0SZ3mF8ogJVSVuxGHaeNtCoUAAggggAACORJgAjFHHxZdRaC8AowcAQRyJuBJwv7q86VKsvxY0mTbgl4vrx2OVrpSn9FOnsDUoq0OOOCAthV+VgUCJjazXXUfVhBAAAEEEEAAAQQQCAh8X20zlSuVNZRQVe5G3EIb71K6UeyKAAIIIIAAAlkRYAIxK58E/UAAAQQQQKBYAv/UcPaLomgTLR9Telsn6wArKAuqXbRDH6W1+vXrF2233Xat6/yYL2AT28xviWxmu5omVhFAAAEEEEAAAQQQaBXwvx8eqrU/KJco/ZRQVe5G9C/g94d2oA0BBAoswNAQQKBwAv4FoHCDYkAIIIAAAgggkBmByeqJv1/vXi17W5d14QD+zsTqbrvuumt1nZW4QMAmZhffm1dlFGDMCCCAAAIIIFB6gU9K4BjldeU85ctKqCp3I35HG2coFAIIIIAAAgjkSKCjrjKB2JEM7QgggAACCCCQhsAQHaRF2VjpbQ3XAXZSOqpltWF9pVojR46srrMSFwjY2M6G8R15hQACCCCQNwH6iwAC+RLwJJ0n3rLU6yXUmVMUTxyeoeXnlVBV7kbcSxufVigEEEAAAQQQKJAAE4gF+jAZSlEFGBcCCCCQS4HF1Wt/F+KDWq6spFUX6EAdfY/i5tpWrcGDB0crrNCVp55W31KqFdvYKDHomGFiGy8RQAABBBBAAAEE0he4WodcSYmiqOk/l1EPzlY8cXiilp9WkvU/NVTuRtxf6y8oFAIIIIAAAggUUIAJxAJ+qAwJAQQQQCAjAuXtxu4a+ovKHkra9QUd8FQlVLG7HDffnLmwEFJtW8AoZli7L+sIIIAAAggggAACqQvspyPuoPxXaWb5r+5+og78STlS+YSSrLlq8N2IS2t5uPJHhUIAgYoASwQQQKCAAkwgFvBDZUgIIIAAAgg0ScD/8DBN575K+ZxSrzpAB15NSdbQ2obhw/3E09oW1pMCAaOYYXL/Mr1mrAgggAACCCCAQJ0Fvq7jj1FcvqvPy0ZnVZ1wnPKScqASqr+q8QTFdycep+WbCoUAAggggEBhBBhIxwJMIHZswxYEEEAAAQQQ6JqA/0L5ZO36rLKeUu/6qE5wpdJHqZQnL5eqvFh00UWjgQMHVl6y7EDARraq2WxDW9Y0sYoAAgjkSoDOIoAAAnkQ8HcM3qaOflxxNXoCcW2d9OfK75TvKaGq3I3oOw5P0w7/UigEEEAAAQQQKJEAE4gl+rDzOVR6jQACCCCQcYEN1T//w8NJWi6kNKr8jx5715xszZr1aJ111ql9yXonAgGrmGUnb2UTAggggAACCCCQokBpDuU/grtJo/UdfVq0VqMeYTpEZ7tReVTZVQlV5W7EZbXxHOV9hUIAAQQQQACBEgowgVjCD50hI4AAAg0R4CRFF/BfTftRpVM10JWUZtTZOmlfxbWKf1Sy+uqrV1ZZLkAgYBWzXMDb2YwAAggggAACCCDQPQH/4Z3/CK/2XfW+A9HP9v+VTvig4u9c1KJd+Y8CfTeif7e/qN1WGhDoTIBtCCCAAAKFFGACsZAfK4NCAAEEEECgrgL+a+UXdIbdlWbW4jq5JxG1iFb0j0r69+9fWWW5AIGA1YoLeAubEUAAAQQQQAABBHomsJne5glELWJVrzsQt9JZ7vkwXtdqu6rcjbiatlyuUAgggAACJRJgqAh0JsAEYmc6bEMAAQQQQACBWoGV9eI+xd+X8lkts1B7qBODlS8r1Vp++eWr66x0LhCwill2/m62IoBAxgToDgIIIIBAdgX8yNIJHXQv7TsQfZeh7zb0XYe++zB0Wm/3futq43iFQgABBBBAAAEEYgJMIMY4svaC/iCAAAIIIJApgRXUm18oJytjlduUGcorSjNrnE7+BaVayyzjf5+pvmSlE4GAVcyyk7eyCQEEEEAAAQRSE+BABRf4uMbn3539BA2ttqu0JhD9pJDHdHR/z6G/71Cr7cp3JPpuxPW15WaFQgABBBBAAAEEggJMIAZZaEQAAQR6KcDbESimwJ0alicOT9FyX2WEMkhZTumjfEYZoAxTvqMcpvgRo75j8W6tP6PMVtIuf2ffF2sP2rdv5asRa1tZDwkErPz9lqFdaUMAAQQQQAABBBDomcBP9LavKx1VbycQ/d2F/g5D/97d0XkqdyNuqk5MUqi0BDgOAggggAACBRVgArGgHyzDQgABBBBAoAkC/9A5ZypTFd+peL6WRyn+rkR/38vqWl9S8WSjbxH0P25sodd7KccpFyk3KQ8pLylzla7WJ2t3XGyxxWpfdmu9bDsHrBYtmwHjRQABBBBAAAEE6iiwi47tP77TosN6v8MtnW84UJv9e7OfyLGq1kN1gxp9N+LWWt6rUAgggAACHwqwQACBzgWYQOzch60IIIAAAgggUB+B13XYJxTf1Xillmco/geQHbUcqqykeBbw/7RcUfE/enib9zlNr69Q/JfT07V8QYnVQgstFHvNi44FAlaf6HhvtiCQaQE6hwACCCCAQNYE/HSOrny/YHfuQPTvakdqoH9SfGejv2ZAq+2qcjfiztoyTaEQQAABBBBAAIFuCWR4ArFb42BnBBBAAAEEECimwNsa1izF/+jhuxN9l+IJer234u9u+YaW/ZR5CoUAAggggAACuRSg0wgUUsBPdfhlF0f2QRf2+7T2OVHxH+L5awL8RA+9bFeVuxH9FBD/wV67HWhAAAEEEEAAAQS6IsAEYleU2AcBBLonwN4IIIBA4wX+U3vK9957r/Yl650IBKxilp28lU0IIIAAAggggAACHQtcp01+koYWC6zO7kD8vN7tp3V44tDfRd7R91VX7kYcrf2fUxpTnAUBBBBAAAEECivABGJhP1oGhgACCCCAQPcFcvyOubV9f+utt2pfst6JQMAqZtnJW9mEAAIIIIAAAgggEBY4Qs3fUrpa/w3s+GW1nad44vAYLT+pJOtdNVTuRjxY6y8rFAIIINAlAXZCAAEEFiTABOKChNiOAAIIIIAAAnkQmFPbydmzZ9e+ZL0TgYBVzLKTt7IpWwL0BgEEEEAAAQSyIeBH7J/Zza7U3oHox/Nfovf/QTlUCf3b3T/U7rsR/RjTo7TuSUYtKAQQQAABBBAogUDDhhj6JaRhJ+dECCCAAAIIIIBASgJ/rj3Oa6+9VvuS9U4EAlYxy07eyiYEEEAAgVQEOAgCCBRIwI8bvUXj+ZjSnfIE4hp6w5XKTOX7Sqj8e5rvRlxaG09W/qZQs0ByrQAAEABJREFUCCCAAAIIIIBAXQSYQKwLKwcttQCDRwABBBBohsArtSd9+WWe3lTr0dl6wCpm2dl72YYAAggggAACCJRaID54Txp68tCTiPEtC351pHZ5UvmuEqrK3YieODxLO7yjUAgggAACCCCAQF0FmECsKy8HRwABBBDIkwB9zbXAS7W9nznTf7hd28J6RwIBq5hlR++jHQEEEEAAAQQQqIPACjrmDsqJys+V+5UW5a+Kv+/vAy0dr7vN27yP9/V7/F4fQ7s1vPzYUj++tCcn3rCDNz2vdt+N+BUtxyjzFAoBBFIQ4BAIIJArAV/bfY33td7XfF/7/TuAfxfw7wT+3cDxutu8zft4X7/H7/UxcjXoLHSWCcQsfAr0AQEEEEAAAQR6K/Bc7QGefvrp2pesdyIQsIpZdvLWLG2iLwgggAACCCCQT4Fl1e19lOsVf4+f/5DpRq37+/121XJ9ZWVlCWUhpc+H8brbvM37eF+/x+/1MXwsH9PH9jn0trrW1jr6EUpa5bsR99DBVlEuUygEEEAAAQTKJOBrt6/hvpb7mu5ru6/xvtb7mu9rv38H8O8C/p0gq78f5P4zYwIx9x8hA0AAAQQQQAABCfgfWbRoq0cffbRthZ8LFAhYxSwXeAB2QAABBHolwJsRQKCEAp/RmA9QfGfAH7Ucq+ykLKWkVT6Wj+lj+xw+l8/pc6d1jspxltfKeCWNelgHGamspVytUAgggAACCJRFwNdoX6t9zfa129dwX8t9TU/LwMfyMX1sn8Pn8jl97rTOUajjMIFYqI8zA4OhCwgggAACCDRHYJZO+4bSWnPnzo1mzJjRus6PjgVsZKuaPWxoy5omVhFAAAEEEEAAgYBA95vW0VsuV+YoFyq+e0CLhpTP5XP63O6D+5LWiW/TgRZT0qjf6yC/VCgEEEAAAQTKIuBrsq/Nvkb7Wu1rdqPG7nP5nD63++C+NOrcuTgPE4i5+JjoJAIIIFB/Ac6AQAEEHqwdw+TJk2tfsh4QCBjFDANvoQkBBBBAAAEEEOiuwGC94RblEWUvxY8Z06J9LbrootFGG20UHXLIIdFll10W3X333dGzzz4bvfnmm9E777wTffDBB63xutu8zft4X7/H7/Ux2h+52uJzuw/ui/s0pLqlZyvX6G1fVdKq7+hAjyv+zkMtKATqI8BREUAAgQwIFPn3gwzwptMFJhDTceQoCCCAAAIIINB8gXtru3DnnXfWvizyeo/HFjCKGfb4wLwRAQQQQAABBBCIohWE4Am2h7QcoQRr8ODB0WmnnRZNnz49euutt6IpU6ZE559/fjR69Ohok002iVZZZZWob9++0cILLxz16dOnNV53m7d5H+/r9/i9PoaP5WP62MGTtjWO0MJ/POU+uq962a0arb1HKWnXAB3wacXfq6gFhQACCCCAQFWgCCu+5vraW9TfD4rwGVXHwARilYIVBBBAAAEEEMi5QGzGcNq0adGsWTyNs6PP1DY2SmyPGSa28RIBBFIX4IAIIIBAYQWO1sheVIITbP369WudNHzppZeihx56KDruuOOigQMHavd0ysfyMX1sn8OTiT5nB0d3H91X97mDXdo1f10tfuSZFnUpPxL1Nh35bOWjCoUAAggggEARBHyt9TXX19524/G12tdsX7t9Dfe13Nf0djv2sMHH8jF9bJ/D5/I5Ozic++i+us8d7FL8ZiYQ0/yMORYCCCCAAAIINFPgVZ38AaVaEyZMqK6zEhcI2NjOhvEdeYUAAggggAAC7QVo6UhgDW24XzlT6aPEyo8Yvfnmm6OZM2e2ThqusIJvQojtkvoLn8P/WOhz+tzuQ+Ak7qv7fL+2eQxadFiLa4sn9z6uZb3rSJ3Av6P11ZJCAAEEEEAgrwK+tvoa62utr7mxcfja7Gu0r9W+ZvvaHduhDi98Dp/L5/S53YfAadxX99l99xgCuxS7iQnEYn++jA4BBLoowG4IIFAYgRtrR3LNNX4qRm0L6xWBgE3MrrIfSwQQQAABBBBAoIsC+2i/J5T1lVj5UaK333576+NJt9tuu9i2Rr7wuf2YU/fFfQqc2333GDyWwObI/5B4vTYsozSq1tOJnlHWVagUBDgEAggggEBDBXxN9bXV19jYiX0t9jXZ12Zfo2MbG/jC53Yf3Bf3KXBq991j8FgCm4vbxARicT9bRoYAAggggEAZBJJjvFYN85TWamlpiSZOnNi6zo/5AjaxzfyWyGa2q2liFQEEEEAAAQQQ6LLAGO05VvEEmxZttcQSS0Rjx45tfUzplltu2daYgZ/uix9f5r65j4kueQwei8eU2BSdoIZNlUbXF3TCGcrBCoUAAgiUVYBx50/A11JfU31trfbe115fg30t9jW5uqHJK+6L++S+uY+J7ngMHovHlNhU3JdMIBb3s2VkCCCAAAIIlFHg7xr0lUq1Lrroouo6K20CAROb2a5tB34i0BABToIAAgggUAABP8bzFo2j3cTWqFGjoueffz7aZ5/s/rG+++Y+uq8aQ7I8Jo/NY/S24fpxitLM8j9a3qAO/J9CIYAAAgggkFUBXzt9DfW1NNZHX3N97fU1OLYhQy/cN/fRfQ10y2Py2DzGwOZiNaU3gVgsF0aDAAIIIIAAAvkV8F+EVXs/derUaNKkSdXXZV+xhU0SDjGzxDZeIoAAAgggEBfgFQJtAp/VYrIyQomV/3Lfj0vv2zf7X93nPrqv7nNsEG0vPDaPsb9e/kLJQu2oTjym9FMoBBBAAAEEsiZQpt8PPNas+afaHyYQU+XkYAjkU4BeI4AAAgUTeFTjuVWp1plnnlldL/tKwMJWNis7DeNHAAEEEEAAga4L+B/M/Bda/k6g6rv69esXTZ8+PdN3HVY7m1jx3Qbuu8eQ2OQx+vGhn0u0N/OlJzQ9ibhDdzvB/ggggAACCNRRoGy/H/h3IY+5jqTNPTQTiM315+wIIIAAAgj0RoD3dixwTu2madOmRePGjattKuW6DWyRGPy5ide8RAABBBBAAAEEOhPwI7v86K5BtTsNGzYsevDBB6OBAwfWNudq3X33GDyWRMc/pdf/Ujxp96SWzyjPKjOVF5WXlVeUPylvKG8qf1P+qcxV3lHSrkV1wBuV8xUKAQSKL8AIEci6QBl/P/DvQv6dyGPP+ufTo/4xgdgjNt6EAAIIIIAAAhkXmKb+jVeqdeyxx0azZ8+uvi7bisdug8S4bfRQoo2XDRHgJAgggAACCORWwN/B57vyqgPYZpttosmTJ0d+HGi1MacrHoPH4jElhuBJRE8QrqX21ZWvKgOUlZUVlOWUZZWllc8rSyiLK4spn1T6BOJ2b/d+3n9J7eP3+zg+no/r4/s8Pp/P6/Ovo/2+oQxR/A+XWbo7Ul2iEEAAAQRKKFDW3w/8O5HH3slHnt9NTCDm97Oj5wgggAACCCDQucDJ2jxPaa05c+ZEhx12WOt6GX947DaoGbttbFTTxCoCCCCAwAIF2AGBcguM0fD9vYBatJUn2m699daoTx/Pj7W15f1nnz59Io/JY0uMxWO3QaK5xy99Z6LvUPSdir5j0X/t5jsYPVHpOxp9Z6PvcPSdjr7j0Xc++g5I3wk5XWf1H809oOVfFQoBBBBAAIFmCfja6Gtk9fy+hvpa2qcPvx9UUXK4wgRiDj80upyuAEdDAAEEECiswCyN7FilWuPHjy/lo0z96FKPvQrRtmIbG7W94icCCCCAAAIIINC5wD7afLBSLT/q85ZbfANctSnTK93tnMfmMSbeZwNbJJp5iQACCCCAQCkFfE30tbE6eF87fQ2tNhRsxWPzGBPDsoEtEs35fskEYr4/P3qPAAIIlFmAsSPQFYGztJP/KluLtho9enQ0Y8aMthcl+OmxesyJodrENolmXiKAAAIIIIAAAkGBNdR6mVKtfv36RRMmTCjUnYfVwX240qdPn9YxeqwfNlUWtrBJ5TVLBBCorwBHRwCBbAr4WuhrYrV3vmby+0GVI/crTCDm/iNkAAgggAACCCCwAAH/FZgf11ndbffddy/F9yH6ew891urA21ZsYZO2V035yUkRQAABBBBAIGcCF6i/sWeQXX311YX4zkONq9PydyJ6rImdbGGTRDMvEUAAAQQQKJWAr4W+JlYH7Wumr53VhqiYax6jx5oYnS1skmjO70smEPP72dFzBBBAAAEEEOiawFPabV+lWi0tLdHIkSOjefM8l1ZtLtSKx+YxeqyJgdnCJolmXiKAAAJdEGAXBBAoo8DRGvT6SrXGjh0bDRw4sPq66Cseq8ecGKdNbJNo5iUCCCCAAAKlEPA10NfC6mB9rfQ1s9pQ8BWP1WNODNMmtkk05/MlE4j5/NxS6zUHQgABBBBAoCQC4zTO2F+BTZkyJdp2223VXMzy2DzGxOhsYItEMy8RQAABBBBAoOgCPRzfCnrfGUq1Ro0aFe2zT+G+4qc6vo5WPGaPPbHdNjZKNPMSAQQQQACBQgv42udrYHWQvkb6WlltKMmKx+yxJ4ZrGxslmvP3kgnE/H1m9BgBBBCwAEEAge4LHKK33KpU67bbbotGjBhRqDsRfeehx+SxVQfatuKx26DtFT8RQAABBBBAAIEFC5ysXfw4Li2iaIkllojOO++81vUy/vDYbVAzdtvYqKaJVQRSF+CACCCAQNYEfO3zNbC1X742+hrZ+qKEPzx2G9QM3TY2qmnK5yoTiPn83Og1AggggAACCPRMYCe97QGlWp5oGz58eAO/E7F66tRXZs+eHXksHlPi4B6zx55o5iUCCCCAAAIIINChwBBtGaVU64wzzijF9x5WB5xY8fcd2SDRbKPBiTZeIoAAAgggEEVRIRH4/SDxsRb59wMmEBMfNi8RQAABBBBAoNAC72t0fm7pdC2r5Ud9Dh06NJoxY0a1LW8r7rvH4LEk+u6xeswee2ITLxFAoFsC7IwAAgiUS+Dw2uEOHjy4lI8urTXwuh9VZguv1+SImvWsra6VtQ7RHwQQQACBXAvw+0Hg48vh7weBUbRvKvUEYnsOWhBAAAEEEECgBAJ/0xi3VHxXnhZt1dLSEg0aNCgaNy5/XxHoPrvvHkPbaKo/PUaP1WOuNrKCAAIIIIBA2QQYb7cF1tE7RijVOuaYY6rrZV8JWNjKZlmi2USdmaZspFAIIIAAAgikIeBrna951WMFronVbWVbCVjYyma5pWACMbcfHR1HoNQCDB4BBBDorYAn1IbrIP5eQC3m1+jRo6Ndd901F4809SNL3Vf3ef4Iqmsem8fosVYbWUEAAQQQQAABBLogMLp2n4022ijackv/TVJta3nXbWGThEDMLLGtkS/9+99DOuHdysrKJUqei74jgAACCGRHIHat87XQ18TsdK+5PbGFTRK9iJkltmX+JROImf+I6CACCCCAAAJFEsjUWPxITz/a84Jkr8aPHx8NGDAg03cj+q5D99F9TfZfrz0mj81j1EsKAQQQQAABBBDossBntOeeSrUOOOCA6jorbQIBE2fx1k4AABAASURBVJvZrm2Hxv/cWKd8ULlHqXwn49laf0ehEEAAgSYIcMqCCfga52tddViBa2F1W1lXAiY2s10uSZhAzOXHRqcRQAABBBBAIEWBQ3Qs/0XYPC2rNWfOnMh39g0ZMiSaNGlStb3ZK+6L++S+uY+J/ngMHovHlNjESwR6KcDbEUAAAQTKIrCLBtpHaa1+/fpF2223Xes6P+YL2MQ281sim9mupqkhq8N0Fj+2frKWQ5RK/VUrFykUAggggAACaQj4GudrXeuxfA30tbD1BT+qAjaxTbUhatrvB1Gv/t+Hb2YC8UMIFggggAACCCBQagF/8eFaEvA/vmgxv6ZNmxZttdVW0bBhw6KJEyfO39DgNZ/bfXBf3KfA6d13j8FjCWymCQEEEECgrAKMG4FuCuxYu78fl177mvX5AgGbmN38Peuy5u82vF9HvlcZqiTrHDVw96EQKAQQQACBVARi17jANTCVkxThIAGbmF2exsgEYp4+LfqKQJsAPxFAAAEE6iPwlA67gXKM4jv5tJhfU6dOjbbffvuof//+0emnnx7NmjVr/sY6rfkcPpfP6XO7D4FTua/us/vuMQR2oQkBBBBAAAEEEOiSwLLaa32lWiNHjqyusxIXCNjYzobxHXv+KvTOyh2HU7TR59OiXc1Ry4UKhQACCCCAQBoCvrbFrjmBa2Aa5ynEMQI2trNh7sbHBGLuPjI6jAACCCCQXwF6nhOBs9TPlZTxSrtqaWmJjj/++GjFFVeM/ChRT/DNmDGj3X49bfCxfEwf2+fwuXzODo7nPrqv7nMHu9CMAAIIIIAAAgh0WWDz2j0HDx4crbDCCrVNrNcI2MZGNU1ejRm6IaX48aT+jsOO7jisPY3vPny7toF1BBBotADnQ6BQArFrm699vgYWaoQpDsY2NkocMmaY2JbZl0wgZvajoWMIIIAAAggg0EQB3164q87vx0HdqmWw/ChRT/ANGjQoWmyxxVofc3rooYdGY8eOje65557oueeei2bPnh29++670bx581rjdbd5m/fxvn6PH0/qY/hYPqaPHTxpW6P75H9Ech/d17ZWftZPgCMjgAACCCBQDoGNa4e5+ea5/Leu2iHUfT1gFDNMoQP+nW+qjuPJQ69rtdP6h7by3YdCoBBAAAEEUhOIXdsC177UTpSJA6XQiYBRzDCFUzTkEEwgNoSZkyCAAAIIIIBATgUeUr+3VdZVrlD8uFAt2tfcuXMjP2J0zJgx0b777httuumm0aqrrhotueSS0SKLLBJ95CMfaY3X3eZt3sf7+j1+r4/R/sjVFp/bfXBf3Kdp1S2sIIAAAgh0KMAGBBDolsDQ2r2HDx9e+5L1gEDAKGYYeEtXmzxZ6LsNPXG4YVffpP3OVuYqFAIIIIAAAmkJxK5tgWtfWucpzHECRjHDvAyUCcS8fFL0syLAEgEEEEAAgWYIPKqT7q0soRyoPKA0qnwun9Pndh/cl0adm/MggAACCCCAQHkE/KzSpSrDXXTRRaOBAwdWXjZjmYtz2shWNZ21oS1rmrq1Wjtx6O877M6bffch333YHTH2RQABBBBYkICvab62te7na56vfa0v+NGhgI1sVbODDW1Z05T9VSYQs/8Z0UMEEECgIAIMA4FCCPxdo/AjoTbQ8kvKaOUG5Q0lrfKxfEwf2+fwuXxOnzutc3AcBBBAAAEEEEAgKbBmbcM666xT+5L1TgQCVjHLTt5au2mQXkxWfMdhdycO9bbWOlc/uftQCFSzBTg/AggUSCB2TQtc8wo01HSHErCKWaZ7tvocjQnE+rhyVAQQQAABBBAovsCrGuI4ZWdlaWVFZUflJOUaxXcOvqDlHOU9xY8gdbzuNm/zPt7X7/F7fQwfy8f0sX0OvbXJxekRQAABBBBAoAwCq9QOcvXVV699yXonAgGrmGUnb/UmTxzeo5WHld58P5LvPhyjY1AIIIAAAgj0XKD9O2PXtMA1r/07aGkVCFjFLFt3yvgPJhAz/gHRPQQQQAABBBDIjcAs9fQm5YfKborvHOyn5eeUhRX/3uV43W3e5n28r9/j9/oY2pVCAAEE0hHgKAgggEA3BPyHTNXd+/fvX11npXOBgFXMsoN3e+Lwbm3zxGEaXzZ5no7F3YdCoBBAAAEEUhWIXdMC17xUT1akgwWsYpZ5GKv/ESsP/aSPbQL8RAABBBBAAAEEEEAAAQQQQACB4gs0Y4Rfrj3p8ssvX/uS9U4EAlYxy8RbPXF4l9o8cbiJlmmU7z48P40DcQwEEEAAAQQSArFrWuCal9idlxWBgFXMsrJflpdMIGb506FvCCBQIAGGggACCCCAAAIIIIAAAghkWuALtb1bZpllal+y3olAwCpm+eFb19by14onDjfVMs3yo0u5+zBN0V4dizcjgAAChRKIXdMC17xCDTbNwQSsYpZpnqtex2ICsV6yHBcBBBBAAAEEiiHAKBBAAAEEEEAAgXIILFE7zL59+9a+ZL0TgYBVraUnDu/U2x9VNlPSLk8cnpv2QTkeAgggUEoBBh0SqL2mRYFrXug9tEkgYBWz1C6ZLyYQM/8R0UEEEEAAAQQQQAABBBDoiQDvQQABBBDolsCitXsvtthitS9Z70QgYGVLTxxO0ts8cfhNLetVPtdbOvg8EmEQYcD/P+B/A/xvIPX/DcQmvQLXPJFTIYGAla/ZoV0z25anCcTMItIxBBBAAAEEEEAAAQQQQAABBBBITYADNUfgE7WnXWihhWpfst6JQMDKeJ443KKTt7EJAQQQQACB3AkErnm5G0OjOhywiv2u1ah+9OY8TCD2Ro/3IoBAFwXYDQEEEEAAAQQQQAABBBBAAAEEii/ACBFAAAEEEECgKAJMIBblk2QcCCCAAAII1EOAYyKAAAIIIIAAAgiUReA/tQN97733al+y3olAwMp46+stUxQKAQQQyIcAvUSgCwKBa14X3lXOXQJWsd+18qDCBGIePiX6iAACCCCAAAIIIIBANwXYHQEEEEAAgW4KzK3d/623/LV6tS2sdyQQsLLlg9p/Y2Wo8pBSr/K5/IWVfXQCEkUYYMD/BvjfAP8bSPd/A3Oimv8XuObVbGW1ViBg5Wt27S6prdfrQEwg1kuW4yKAAAIIIIAAAggggAACCCDQfQHegUCzBGL/QDh79uxm9SN35w1Y1Vp68tCTiBtpYPcradeiOuDhCoUAAggggEA9BGqvaVHgmlePcxbimAGrmGUeBskEYh4+JfqYcwG6jwACCCCAAAIIIIAAAggggEDmBf5c28PXXnut9iXrnQjMt6ruFLP8sPU+LTdUPJH4gJZp1iE6mCcStaAQQAABBBBIVSB2TQtc81I9WZEOFrCKWeZhrEwg5uFToo8IIIAAAs0R4KwIIIAAAggggAACCJRH4JXaob788su1L1nvRCBgFbNMvNUTiRuobZiS1kTi4jrWoQqFAAI9FeB9CCDQkUDsmha45nX0vtK3B6xilnkAYgIxD58SfUQAAQQQQAABBBDolgA7I4AAAggggEC3BV6qfcfMmTNrX7LeiUDAKmbZwVunqj3NicTDdDzuQhQChQACCCCQqkDsmha45qV6sp4cLKvvCVjFLLPa79p+MYFYq8E6AggggAACCCCAAAIIIIBAMwU4NwIINE/gudpTP/3007UvWe9EIGAVs+zkrd5UmUjcWC8eVHpavgvx4J6+mfchgAACCCDQgUDsmha45nXwNpoDVjHLPAgxgZiHTynXfaTzCCCAAAIIIIAAAggggAACCCCQA4Ena/v46KOP1r7swnp5dwlYxSy7KDNF+62v9GYi8Qi9n7sQhUAhgAACCKQmELumBa55qZ2oaAcKWMUs8zBeJhDz8CnRRwQQQKAZApwTAQQQQAABBBBAAAEEyiQwS4N9Q2mtuXPnRjNmzGhd50fHAjayVc0eNrRlTVO3VisTicP1roeU7pTvQjygO29gXwRaBfiBAAIIdCzga5qvba17+Jrna1/rC350KGAjW9XsYENb1jRlf5UJxOx/RvQQAQQQQAABBBDolgA7I4AAAggggAACPRSIPUJz8uTJPTxMed4WMIoZ9kLiXr13qNLdicSj9J5FFAoBBBBAoAQCDRpi7NoWuPY1qBv5OU3AKGaYl5EwgZiXT4p+IoAAAggggAACCCCAQNEFGB8CCCDQbAFPWlX7cOedd1bXWQkLBIxihuF3davVx6tMJE7rwjt9F+JBXdiPXRBAAAEEEOiqgK9F1X0D177qNlbaBAJGMcO2vbL/kwnEun5GHBwBBBBAAAEEEEAAAQQQQAABBIovUJgRxmYMp02bFs2albunbTXsw7CNjRInjBkmtvXmpf/hcYgOsJmyoGfLHq59uAtRCBQCCCCAQCoCsWubr32+BqZy5AIexDY2SgwtZpjYltmXTCBm9qOhYwgg0FQBTo4AAggggAACCCCAAAIIlE/gVQ35AaVaEyZMqK6zEhcI2NjOhvEd0311tw43SNlE6eiOxL7axnchCqFLxU4IIIAAAgsS8LXN17jqfoFrYHVb2VcCNrazYe5omEDM3UdGhxFAAAEEEECgMwG2IYAAAggggAACCPRK4Mbad19zzTW1L1mvEQjYxOxqdq3Hqr+g0nckbqqD/0ZJ1g/UwF2IQqAQQKC4AoysoQKxa1zgGtjQzmT5ZAGbmF2W+57sGxOISRFeI4AAAggggAACCCCAQDMEOCcCCCCAQDYErlU35imt1dLSEk2cOLF1nR/zBWxim/ktkc1sV9PUkNV7dJbBSnIi8XNq20+hEEAAAQQQSEPA1zhf61qP5Wugr4WtL/hRFbCJbaoNUdN+P6jpQs9X6ziB2PNO8U4EEEAAAQQQQAABBBBAAAEEEMiLAP0smMDfNZ4rlWpddNFF1XVW2gQCJjazXdsOjf9ZmUj0dyQ+/OHpj9aSuxCFQCGAAAII9FrA1zhf66oHClwLq9vKuhIwsZntcknCBGIuPzY6jUCdBTg8AggggAACCCCAAAIIIIBAmQXG1g5+6tSp0aRJk2qbSr1uC5skEGJmiW2NfOnvSFxPJ/RE4otajlY6LrYggAACCCDQdYHYtc7XQl8Tu/72Yu9pC5skRhkzS2zL/EsmEDP/EdFBBBBAAAEEui7AnggggAACCCCAAAIIpCDwqI5xq1KtM888s7pe9pWAha1sliWaykTifVnqFH1BAIH0BDgSAk0Q8LXO17zqqQPXxOq2sq0ELGxls9xSMIGY24+OjiOAAAIIIIAAAggUSIChIIAAAgggkDWBc2o7NG3atGjcuHG1TaVct4EtEoM/N/E6Sy+fylJn6AsCCCCAQO4F+P0g8BF28/eDwBGy2cQEYjY/F3qFAAIIIIAAAggggAACCCCQCwE6iUBhBaZpZOOVah177LHR7Nmzq6/LtuKx2yAxbhs9lGjjJQIIIIAAAkUV4PeDxCdb5N8PmEBMfNi8RCCCAAEEEEAAAQQQQAABBBBAAAEELHCyfsxTWmvOnDnRYYdLlDTPAAAQAElEQVQd1rpeiB/dHITHboOat9nGRjVNrCKAAAIIIFB4AV/7fA1sHaivjb5Gtr4o4Q+P3QY1Q7eNjWqa8rnKBGI+Pzd6jQACCCAQEKAJAQQQQAABBBBAAAEEUhWYpaMdq1Rr/PjxpXyUqR9N5rFXIdpWbGOjtlf8RACBhglwIgQQaKqAr32+BlY74Wukr5XVhpKseMwee2K4trFRojl/L5lAzN9nRo8RQAABBBBAAIGiCTAeBBBAAAEEEMiuwFnq2gNKtUaPHh3NmDGj+rroKx6rx5wYp01sk2jmJQIIIIAAAqUQ8DXQ18LqYH2t9DWz2hBeKUyrx+oxJwZkE9skmvP5kgnEfH5u9BoBBBBAAAEEEEAAAQQQyIAAXUAAgZIIHKxx+nFcWrTV7rvvXorvQ/T3GnmsbaOu/rSFTaoNrCCAAAIIIFBCAV8LfU2sDt3XTF87qw0FXfEYPdbE8Gxhk0Rzfl8ygZjfz64+PeeoCCCAAAIIIIAAAggggAACCCBQfIHujfAp7b6vUq2WlpZo5MiR0bx5/reyanOhVjw2j9FjTQzMFjZJNPMSAQQQQACBUgn4WuhrYnXQvmb62ulraLWxYCsem8fosSaGZgubJJrz+5IJxPx+dvQcAQQQiAnwAgEEEEAAAQQQQAABBBCoo8A4HfsCpVpTpkyJtt122+rroq14bB5jYlw2sEWimZcINE6AMyGAAAIZEvA10dfGapd87fQ1tNpQsBWPzWNMDMsGtkg05/slE4j5/vzoPQIIIIAAAgjkX4ARIIAAAggggAACeRE4RB29VanWbbfdFo0YMaJQdyL6zgKPyWOrDrRtxWO3QdsrfiKAAAIIINA9gaLu7Wujr5HV8fka6mupr6nVxpyveCwek8eWGIrHboNEc/5fMoGY/8+QESCAAAIIIIAAAggggEBTBDgpAgggUEqBnTTqB5Rq+R/Shg8fXojvRPR3GnksHlN1gG0rHrPH3vaKnwgggAACCCBQK+BrpK+V1TZfS31N9bW12pjTFY/BY/GYEkPwmD32RHMxXjKBWPs5so4AAggggAACCCCAAAIIIIAAAsUXYIS9EXhfb/ZzS6drWS0/ymvo0KHRjBkzqm15W3HfPQaPJdF3j9Vj9tgTm3iJAAIIIIAAAhLwNdLXSl8z9bKtfE31tdXX2LaW/P103z0GjyXRe4/VY/bYE5uK8ZIJxGJ8jowCgdILAIAAAggggAACCCCAAAIIINAwgb/pTFsq/qt7LdqqpaUlGjRoUDRuXP6+Ash9dt89hrbRVH96jB6rx1xtZKV5ApwZAQQQQCCzAr5W+prpa2e1k762+hrra221MScr7rP77jEkuuwxeqwec2JTcV4ygVicz5KRIIAAAgggkEcB+owAAggggAACCCCQTwH/g9lwdd3f+6PF/Bo9enS066675uKRpn4kmfvqPs8fQXXNY/MYPdZqIysIIIAAAj0S4E3lEPA109dOX0NjI/a11tdcX3tjGzL4wn10X93nQPc8No/RYw1sLk4TE4jF+SwZCQIIIIAAAggggAACDRTgVAgggAACCER+ZJcf3XVB0mL8+PHRgAEDMn03ou8qcB/d12T/9dpj8tg8Rr2kEEAAAQQQQKCLAr52+hrqa2nsLb7m+trra3BsQ4ZeuG/uo/sa6JbH5LF5jIHNxWqaP4FYrHExGgQQQAABBBBAAAEEEEAAAQQQCAnQhkD6AofokKOVeUq15syZE/kv94cMGRJNmjSp2t7sFffFfXLf3MdEfzwGj8VjSmziJQIIIIAAAgh0Q8DXUl9TfW2tvs3XXl+DfS32Nbm6ockr7ov75L65j4nueAwei8eU2FTcl0wgFvezZWQlEmCoCCCAAAIIIIAAAggggAACCDRZwF98uJb64O8E0mJ+TZs2Ldpqq62iYcOGRRMnTpy/ocFrPrf74L64T4HTu+8eg8cS2Nz8JnqAAAIIIIBAzgR8TfW11dfYWNd9LfY12ddmX6NjGxv4wud2H9wX9ylwavfdY/BYApuL28QEYnE/W0aGAAIIIJB9AXqIAAIIIIAAAggggECRBJ7SYDZQjlH8l/pazK+pU6dG22+/fdS/f//o9NNPj2bNmjV/Y53WfA6fy+f0ud2HwKncV/fZffcYArvQhAACCPRKgDcjUGYBX1t9jfW11tfcmIWvzb5G+1rta7av3bEd6vDC5/C5fE6f230InMZ9dZ/dd48hsEuxm5hALPbny+gQQAABBBBAAAEE6iLAQRFAAAEEEECgE4GztG0lZbzSrlpaWqLjjz8+WnHFFSM/Ksz/gDdjxox2+/W0wcfyMX1sn8Pn8jk7OJ776L66zx3sQjMCCCCAAAIIpCDga62vub72tjucr9W+Zvva7Wu4r+W+prfbsYcNPpaP6WP7HD6Xz9nB4dxH9/WsKOpgjxI0M4FYgg+ZISKAAAIIIIAAAggggAACCHwowAIBBBol4NsLd9XJhiq3KsHyo8L8D3iDBg2KFltssdbHnB566KHR2LFjo3vuuSd67rnnotmzZ0fvvvtuNG/evNZ43W3e5n28r9/jx4/5GD6Wj+ljB0/a1ug+DdGq++i+apVCAAEEEEAAgToL+Jrra+9QncfXYi3al6/hvpb7mu5ru6/xvtb7mu9rv38H8O8C/p2A3w/a+6XVwgRiWpIcp2kCnBgBBBBAAAEEEEAAAQQQQAABBDIr8JB6tq2yrnKF4seBadG+5s6dG/kRYmPGjIn23XffaNNNN41WXXXVaMkll4wWWWSR6CMf+UjkeN1t3uZ9vK/f4/f6GO2PXG3xud0H98V9mlbdwgoCCCCAAAIINFKA3w8aqd3DczGB2EM43oYAAggg0GsBDoAAAggggAACCCCAAALlEXhUQ91bWUI5UHlAaVT9Ric6WllZOVZ5VVlKWUZZVvmyspyyvLKi4keW9dNygLKq8lXla8oayprK15V1lIHKIGU9xXcz+m4Kf0+SXlIIIFAjwCoCCCDQkUAzfz/w7yL+ncS/m/h3FPelo36Wsp0JxFJ+7AwaAQQQQAABBBDojQDvRQABBBBAAAEEeizwd73zIsUTbV/ScrRyg/KGUq/yBJ+/d+lFneAvis/1upZ/Uv6o/EH5veLHqnmfF7Q+U3lO+Z3yW+Vp5UnlCeUx5RFluvKw4jsZH9TyTsUTk1pQCCCAAAIIFEGgYWNoxO8Hvv77dw7/7uHfQfy7iH8n8bkbNtA8nYgJxDx9WvQVAQQQQAABBBBAAAEEEOiNAO9FAAEEsiXgOwHHqUs7K0srvvtvRy1PUq5RfGeAJ/PmaP09xY8grUQvM1XPqje+M3GClhQCCCCAAAII9Fygp78f+HcF/87g3x38O4R/l/DvFP7dwr9j+HcN/87h3z18jp73sCTvZAIx5x803UcAAQQQQAABBBBAAAEEEEAAgeILlGSEvgPwJo31h8puiu8M8KNEP6f1hRX/O5bjR5G+rddZqZ+pI36kaYuWFAIIIIAAAgikK9DV3w/8u4J/Z/DvDv4dwr9L+HcK/27hY6TbqxIczb90lWCYDBEBBBDInAAdQgABBBBAAAEEEEAAAQQQ6JnAS3rbHkqzy5OYu6oTeyrvKBQCIQHaEEAAAQQQyKUAE4i5/NjoNAIIIIAAAgg0T4AzI4AAAggggAACCGRA4Eb14WKlWfW8Try2Ml6hEEAAAQQKKcCgECi3ABOI5f78GT0CCCCAAAIIIIAAAuURYKQIIIAAAkUTOFQDelxpdF2nE/r7Dj2JqFUKAQQQQAABBBAonkCuJxCL93EwIgQQQAABBBBAAAEEEEAAAQQQSArwGoEOBN5X+zbKP5RGlB9T6seV7qKTeV0LCgEEEEAAAQQQKKYAE4jF/FwZFQJZF6B/CCCAAAIIIIAAAggggAACCKQh8JoOsrMyT6lnvaiD+67Dn2lJdV2APRFAAAEEEEAgpwJMIOb0g6PbCCCAAAIINEeAsyKAAAIIIIAAAgggkDmBu9WjM5V6lR9ZuqYOziNLhUAhgEBZBBgnAgiUXYAJxLL/L4DxI4AAAggggAACCJRDgFEigAACCCBQbIETNLyHlTTrXR3se4ofWfpvLSkEEEAAAQQQQCD7Ain1kAnElCA5DAIIIIAAAggggAACCCCAAAL1EOCYCCDQJYEPtNcI5Q0ljfqTDrKucrlCIYAAAggggAACpRNgArF0HzkDzoAAXUAAAQQQQAABBBBAAAEEEEAAgfQF3tQh/X2IWvS6vqgjnKwMUXpavA8BBBBAAAEEEMitABOIuf3o6DgCCCCAQOMFOCMCCCCAAAIIIIAAAghkXOBB9e8oJY3aTgfx8W7VckOFQgCB0ggwUAQQQAABJhD53wACCCCAAAIIIIBA8QUYIQIIIIAAAgiUSeBsDfZuJa3aRgeaqtyuDFcoBBBAAAEEEMiqAP1KTYAJxNQoORACCCCAAAIIIIAAAggggEDaAhwPAQQQ6KGAH2X6Sg/e+2e9x5OFWrSrLdVyj/JrZTOFQgABBBBAAAEECivABGJhP9rMDoyOIYAAAggggAACCCCAAAIIIIBA8QWaPcJ/qANbK+8r3al3tPMwxZOFk7UMlScPPYno7d4vtA9tCCCAAAIIIIBArgWYQMz1x0fnEUAAgUYKcC4EEEAAAQQQQAABBBBAIFcCz6i3Byvdqcq/ld2hN22iVCYLtdquNlaLH2t6n5Z+zKkWFAJFEGAMCCCAAAIIRFHllyIsEEAAAQQQQAABBIoqwLgQQAABBBBAAIHyClyqod+kdLWS/1bm71LcXG+uTBZqtV1toJZblYeU7RUKAQQQQACB5ghwVgRSFEj+UpTioTkUAggggAACCCCAAAIIIIBAbwR4LwIIIIBAKgK76ygvKV2pjv6tbIre/C1lQ8WThVq0q8Fq8WTldC39HYxaUAgggAACCCCAQD4FOvqlKJ+jyX6v6SECCCCAAAIIIIAAAggggAACCBRfgBFmS+Btdcffh+ilVjutPp1ujaL7tX1bZYjiyUIt2tVAtUxQHlV2USgEEEAAAQQQQCB3Akwg5u4jo8MIINAcAc6KAAIIIIAAAggggAACCCCQY4Hn1fe9lQXVgiYQK++fppUdlUGKJwu1aFdrq2W88qSym0LlQoBOIoAAAggggIAFmEC0AkEAAQQQQACB4gowMgQQQAABBBBAAAEE2gR+ocVlSmf1sc42BrbNUNu3FU8WXqtlqNZQ49XKb5U9FQoBBBBAoB4CHBMBBFIVYAIxVU4OhgACCCCAAAIIIIAAAmkJcBwEEEAAAQTqIHCQjvmM0lF19Q7E5PsfV8MopTJZqNV29VW1XKH4bsh9tKQQQAABBBBAAIHMCjRyAjGzCHQMAQQQQAABBBBAAAEEEEAAAQRSE+BACGRZ4H11zt+H+A8tQ9Xbfyt7WgfdQ6lMFmq1XfVXy1jlRWU/hUIAAQQQQAABBDIn0NtfijI3IDqEAAL1EOCYCCCAAAIIIIAAAggggAACCBRG4BWN+18LIAAAEABJREFUZGclVGn9W9mzOri/c3GAlp4s1KJdraiWi5XfK74zUotmF+dHAAEEEEAAAQTaBNL6pajtaPxEAAEEEEAAgWwJ0BsEEEAAAQQQQAABBBAICdytxh8pyerpI0yTx6m8nqmVfZWVFE8WatGullPLBcoflcOUtPugQ1IIIFB4AQaIAAIIpCzABGLKoBwOAQQQQAABBBBAAIE0BDgGAggggAACCNRd4Hid4WGltj5a+yLF9Zd0rAOUryieLNSiXS2rlnOV15QjlY8rFAIIIIAAAggUXCCrw2MCMaufDP1CAAEEEEAAAQQQQAABBBDIowB9RgCB/Aj8V13dVpmjVKre/1b2B53oEMWThedp+YGSrKXUcLbiicRjtFxEoRBAAAEEEEAAgYYK1PuXooYOhpMhUB8BjooAAggggAACCCCAAAIIIIAAAgUV+IvGtYPyQRTpZxQ16t/K/qSzHa4so3iy8D9aJquvGs5QPJF4gpaLKhQCCCCAAAIIINAQgUb9UtSQwXASBBBAAAEEYgK8QAABBBBAAAEEEEAAAQQWLHCfdjlRcfXxjwbmzzrXUYonEj1Z+LbWk/UZNfxQeV05RVlcoRBAoFaAdQQQQACB1AWYQEydlAMigAACCCCAAAII9FaA9yOAAAIIIIAAAg0W8OTd3Tpns/6t7K8693HKFxVPFr6lZbIWU4MnOj2ReLrWP6dQCCCAAAII5FqAzmdXoFm/FGVXhJ4hgAACCCCAAAIIIIAAAgj0VID3IYAAAnkVmKeO76z4jkAtmlZ/15lPUnxHoicL/VovY+XvRDxWLZ5I/JGWX1AoBBBAAAEEEEAgVQEmEFPlLOLBGBMCCCCAAAIIIIAAAggggAACCBRfgBFK4B/KdkoWyncgnqqOeCLRk4WztZ6sj6vhB4q/I/FcLX33ohYUAggggAACCCDQewEmEHtvyBEQQACBbArQKwQQQAABBBBAAAEEEEAAge4KPNbdN9R5/3d0/DMVTyT6uxLf0Hqy/O97h6nxVWWMspxClUmAsSKAAAIIIFAHAf+CUYfDckgEEEAAAQQQQACBngrwPgQQQAABBBBAAAEEEgLv6/XZiicSD9fSk4VatKuD1fJ75SJlBYVCAAEEEMiwAF1DIMsCTCBm+dOhbwgggAACCCCAAAIIIJAnAfqKAAIIIIBAvQX8XY3n6SRfUiqThVptV/ur5SXlMqWfQiGAAAIIIIAAAt0SYAKxUy42IoAAAggggAACCCCAAAIIIIBA8QUYIQK5FPiJer28Upks1Gq7Gq2WmcrlyqoKhQACCCCAAAIIdEmACcQuMbETAgjkToAOI4AAAggggAACCCCAAAIIIFAOgUs0zJWUymShVtvVXmr5nXKVsrpSnGIkCCCAAAIIIFAXASYQ68LKQRFAAAEEEECgpwK8DwEEEEAAAQQQQAABBHokME7vGqBUJgu12q52V8tTynjl6wqFAAIINE2AEyOAQLYFmEDM9udD7xBAAAEEEEAAAQQQyIsA/UQAAQQQQACBbAhcqW6spuyheLJQi3a1i1oeU36hDFQoBBBAAAEEEEAgJtDJBGJsP14ggAACCCCAAAIIIIAAAggggEAhBRgUAggUVOBqjWtNZZTiyUIt2tVItUxXblTWUygEEEAAAQQQQKBVgAnEVgZ+IFAwAYaDAAIIIIAAAggggAACCCCAAALFF+jaCK/VbusolclCrbarHdQyTblFWV+hEEAAAQQQQKDkAkwglvx/AAwfAQQQQCBbAvQGAQQQQAABBBBAAAEEEKiTwPU67jeUymShVtvVCLXcr/xKGaZQCCBQJwEOiwACCGRdgAnErH9C9A8BBBBAAAEEEEAgDwL0EQEEEEAAAQQQyIvAzeroEKUyWajVdrWVWu5V7lQ2VSgEEEAAAQQQaBMozU8mEEvzUTNQBBBAAAEEEEAAAQQQQACB9gK0IIAAAqUVuE0j31CpTBZqtV19Uy13KfcoWygUAggggAACCJREgAnEknzQpRomg0UAAQQQQAABBBBAAAEEEEAAgeILMMK0BCbpQMOVzRVPFmrRrrzd+03Vlq0VCgEEEEAAAQQKLsAEYsE/YIaHAAII5Eng/9m7D2jZyvJu4EOKJdE0xNgbKMWOIiiggmBi0IjYUMEuWFCxK/aCXbGgApaoYFdEI7EhKkVBFLuAgrFhEgkmXyRRE5Xv/9zrPcyZmXvuPXX2fue31vO/e887M3u/z2+zkrV81jnHXgkQIECAAAECBAgQIEBgagKfyJ3rJw73zrGGhTmMVf3EYv3k4il5Z79EEViSgC8RIECAQPcFDBC7/4zskAABAgQIECDQdQH7I0CAAAECBAgQaEfgpLRSv9Z0jxxrWJjDWO2elfpbil/I8d6JIkCAAIHZENDlDAkYIM7Qw9YqAQIECBAgQIAAAQIE5gt4RYAAAQIENirwubyzb1LDwuNznFS3zeL7ky8l90sUAQIECBAg0IiAAWIjD3KuDScECBAgQIAAAQIECBAgQIBA+wI6JLB2AqflVvdMNgwLczpWO2Xl3cnZyYGJIkCAAAECBHouYIDY8wdo+wQItCOgEwIECBAgQIAAAQIECBAg0GGBM7K3+yYbhoU5HatbZuWdyTeShyRqgoAlAgQIECDQBwEDxD48JXskQIAAAQIEuixgbwQIECBAgAABAgRmSeDLafYByY5JDQtzGKubZuVtyXeSRySKAAECLQjogcBMCRggztTj1iwBAgQIECBAgAABApcJOCNAgAABAgSWIfDVfPdByc2SGhbmMFbbZ+WY5LzkUYkiQIAAAQIEeiLQ1gCxJ+i2SYAAAQIECBAgQIAAAQIECCxDwFcJEOiSwDezmYclOyQ1LMxhrG6UlTcmFySHJIoAAQIECBDouIABYscfkO0RmBUBfRIgQIAAAQIECBAgQIAAAQK9Fjgnuz84qWHhm3KcVDfI4uuTHyaHJooAAQIECBDoqIABYkcfjG0RIECAAIGeCNgmAQIECBAgQIAAAQIEhgW+lxePTm6Q1LAwh7G6TlaOSC5Mnpz8UaIIEOi2gN0RIDBjAgaIM/bAtUuAAAECBAgQIEBgvYB/CRAgQIAAAQKrKvDPufrjkg3DwktzPlrXyMIrkhokPj3HyyeKAAECBAgQWFGBpV3MAHFpbr5FgAABAgQIECBAgAABAgSmI+CuBAgQ6JfAj7PdJybXSmpY+JscR+uqWXhJ8tPkWcmfJooAAQIECBCYooAB4hTx3ZrABgFHAgQIECBAgAABAgQIECBAoH2BGe+whoNPjcE1kxoW/irH0fqrLLwwqZ9IfF6Of54oAgQIECBAYAoCBohTQHdLAgQIEGhGQCMECBAgQIAAAQIECBAgsDiBn+XjhyU1SKxh4SU5H60aHD43izVIfFGOWyaKwDQF3JsAAQIzJ2CAOHOPXMMECBAgQIAAAQKDAQMCBAgQIECAAIEpC/w8939OUoPE+mnD/8z5aNWvMn1mFmuQWD+1+Nc5VwQIECBAYBECPrpUAQPEpcr5HgECBAgQIECAAAECBAisvYA7EiBAgEBrAv+Vhp6f1CCx/v7hv+d8tC6fhacnNUisv6NYn81LRYAAAQIECKyWgAHiasm67mYL+CABAgQIECBAgAABAgQIECDQvoAOCWxC4H/y/uFJDQdrWPivOR+tP8zCk5OfJEck10kUAQIECBAgsAoCBoirgOqSBAgQmBEBbRIgQIAAAQIECBAgQIAAgZUW+N9c8GXJtZIaFtZPHeZ0rA7Nyg+T1yc3SNTqCbgyAQIECMyggAHiDD50LRMgQIAAAQKzLqB/AgQIECBAgAABAp0X+G12+KqkBokbhoV5OVaHZOWC5E3JjRJFgAABAnMCTggsXcAAcel2vkmAAAECBAgQIECAAIG1FXA3AgQIECAwmwKvTdvXSzYMC3M6Vo/MynnJm5MdEkWAAAECBAgsQ8AAcRl4K/FV1yBAgAABAgQIECBAgAABAgTaF9AhAQIrIvCGXGWb5FFJDQtzGKuHZ+XbyduSmyWKAAECBAgQWIKAAeIS0HyFAAECg8EAAgECBAgQIECAAAECBAgQIDAdgaNy2+2SRyQ1LMxhrB6Sla8n70x2TJZavkeAAAECBGZSwABxJh+7pgkQIECAwCwL6J0AAQIECBAgQIAAgUYE3pI+bpJsGBbmdKwOzMpXkncnOyWKAIGZEdAoAQLLETBAXI6e7xIgQIAAAQIECBAgsHYC7kSAAAECBAgQmCzw9izfIqlh4dk5Tqr7ZfFLyfuT2yaKAAECBAgQWEBgqgPEBfblLQIECBAgQIAAAQIECBAgQKARAW0QIEBgjQSOy31ulWwYFuZ0rO6dlS8kxye7J4oAAQIECBCYIGCAOAHFEgECmxTwAQIECBAgQIAAAQIECBAgQKB9gb52+N5sfOdkw7Awp2N1j6ycknw02SNRBAgQIECAwJCAAeIQhlMCBAgQINC+gA4JECBAgAABAgQIECAwMwIfTKe7JvslNSzMYazulpWTkxOTvRNFoBEBbRAgQGB5AgaIy/PzbQIECBAgQIAAAQJrI+AuBAgQIECAAAECSxX4cL54h+TvkxoW5jBWf5eVTyWfTO6SKAIECBAgMB2BjtzVALEjD8I2CBAgQIAAAQIECBAgQKBNAV0RIECAQGcE/jE7uVOyYViY07G6c1b+KflMctdEESBAgACBmRQwQJzJx67pZQr4OgECBAgQIECAAAECBAgQINC+gA7bFfh4WvubpIaFdZ7TsdozKzVw/HyO+yaKAAECBAjMlIAB4kw9bs0SIEBg1gX0T4AAAQIECBAgQIAAAQIE5gQ+nbP6acQNw8K8HKvbZ6V+BerpOd4rUb0QsEkCBAgQWK6AAeJyBX2fAAECBAgQIEBg9QXcgQABAgQIECBAgMDqCXw2l66/j7hhWJiXY3W7rHwgOTPZP1EECBAgsBoCrtkZAQPEzjwKGyFAgAABAgQIECBAgEB7AjoiQIAAAQI9Ejg1e90v2TWpYWEOY3WbrLwn+UpyQKIIECBAgECTAgaITT7WVW3KxQkQIECAAAECBAgQIECAAIH2BXRIYJYFvpDm75PsnNSwMIex2jErxyZfSx6cKAIECBAg0JSAAWJTj1MzBAgQWEjAewQIECBAgAABAgQIECBAgMAiBL6Uz94/uVVSw8IcxurmWfmH5FvJw5IOlC0QIECAAIHlCxggLt/QFQgQIECAAAECqyvg6gQIECBAgAABAgQITFPg7Nz8gUkNC9+e46S6cRbfkpybHJwoAgQILF7ANwh0SMAAsUMPw1YIECBAgAABAgQIEGhLQDcECBAgQIBAUwLfSDcPSTYMC3M6Vttm5ajk/OQxiSJAgAABAr0UMEBc3GPzaQIECBAgQIAAAQIECBAgQKB9AR0SIEBgIYHv5M1HJBuGhTkdq62zcmTyg+TxiSJAgAABAr0SMEDs1eOyWQIEli7gmwQIECBAgAABAgQIECBAgED7Ak+1IGkAABAASURBVGva4Xdzt0cl2yQ1LMxhrK6bldckP0melPjfY4OgCBAgQKD7Av4fVvefkR0SIECAAIHZFtA9AQIECBAgQIAAAQIEui1wQbb32OR6SQ0Lcxira2bllcmFydOSyyWKAIFhAecECHRKwACxU4/DZggQIECAAAECBAi0I6ATAgQIECBAgMCMCfww/T4huVZSw8Lf5jhaV8vCS5MaJB6W458kigABAgQIdE5gMQPEzm3ehggQIECAAAECBAgQIECAAIEVF3BBAgQIEFieQA0Hn5JL1E8dvizHXyejdZUsHJ7UZ5+T458ligABAgQIdEbAALEzj8JGCKymgGsTIECAAAECBAgQIECAAAEC7QvosGMC/5b9PD2pQWINC/8756P1F1l4flKDxBfk+FeJIkCAAAECUxcwQJz6I7ABAgQIECCwgIC3CBAgQIAAAQIECBAgQKDvAhengWclNUisYeH/y/loXSkLz05qkPjiHLdK1CwJ6JUAAQIdEzBA7NgDsR0CBAgQIECAAIE2BHRBgAABAgQIECBAYESgBofPy1r9jcQaFv4856N1hSw8I/lp8vLk6okiQIAAgQ4LtLo1A8RWn6y+CBAgQIAAAQIECBAgQGApAr5DgAABAgRWW+CS3OBFSf1EYg0Lf5bz0fqjLNTfUaxB4qtzfu1EESBAgACBNRMwQFwzajeanoA7EyBAgAABAgQIECBAgAABAu0L6JBA7wR+lR2/NKlB4oZhYV6O1ROy8qPkdcn1E0WAAAECBFZdwABx1YndgAABAgSWLOCLBAgQIECAAAECBAgQIECgfYHfpMVXJjVIfGKONSzMYawem5XvJ29Ibpi0UzohQIAAgc4JGCB27pHYEAECBAgQIECg/wI6IECAAAECBAgQIEBgSQJH5FvXTR6X1LAwh7F6dFa+mxydbJ8oAgQITE3AjdsVMEBs99nqjAABAgQIECBAgAABAosV8HkCBAgQIECgGwKvzza2TjYMC3M6Vgdl5TvJW5ObJIoAAQIECKyYgAHiilF29UL2RYAAAQIECBAgQIAAAQIECLQvoEMCBBoVeFP62japYeE5OU6qh2bxm8k7klskigABAgQILFvAAHHZhC5AgACBVRJwWQIECBAgQIAAAQIECBAgQKB9gc3r8M352A7JhmFhTsfqgVn5avKu5NaJIkCAAAECSxYwQFwynS8SIECAAAECBCYLWCVAgAABAgQIECBAgMAqCfxDrnuzZMOwMKdjdf+snJW8L9klUQQIrJKAyxJoWcAAseWnqzcCBAgQIECAAAECBBYj4LMECBAgQIAAgb4IHJuN7pg8IKlhYQ5jdZ+sfDH5YLJboggQIECAwGYLND5A3GwHHyRAgAABAgQIECBAgAABAgR6K2DjBAgQmFmBd6fz2yT3TWpYmMNY3TMrpyYnJHdMFAECBAgQ2KSAAeImiXyAAIGpCLgpAQIECBAgQIAAAQIECBAg0L6ADldK4P250O2SDcPCnI7V3bPy2eRjyZ0SRYAAAQIENipggLhRGm8QIECAAAECSxHwHQIECBAgQIAAAQIECBCYmsDxufPtkxoWfi7HSbVPFk9KPpH8TaIILEnAlwgQaFvAALHt56s7AgQIECBAgAABApsr4HMECBAgQIAAAQLtCHw0reyRbBgW5nSsanhYQ8QaJtbnxj5ggQABAgSaFNispgwQN4vJhwgQIECAAAECBAgQIECAQFcF7IsAAQIECGxU4J/yzt7JhmFhTseqfp1p/VrT+onF+snFsQ9YIECAAIHZEzBAnL1nruM+CNgjAQIECBAgQIAAAQIECBAg0L6ADgmsncCncqu7JHslNSzMYazukJUTktOS+luKOSgCBAgQmFUBA8RZffL6JkCAAIFVEXBRAgQIECBAgAABAgQIECDQYYHPZG93S+6Y1LAwh7HaNSsfTL6Y3DdREwQsESBAoHUBA8TWn7D+CBAgQIAAAQIENkfAZwgQIECAAAECBAjMksDn0+w9kt2SGhbmMFa7ZOW9yVnJ/RNFgACBFgT0sJkCBoibCeVjBAgQIECAAAECBAgQINBFAXsiQIAAAQIEliFwer5776SGhe/LcVLdOovvSr6aPDBRBAgQIDADAgaIM/CQe9eiDRMgQIAAAQIECBAgQIAAAQLtC+iQAIEuCZyZzeyfbBgW5nSsbpGVdyTfTB6aKAIECBBoWMAAseGHqzUCBAistYD7ESBAgAABAgQIECBAgAABAr0W+Ep2f0CyYViY07G6SVbempyTHJQoAgQIEGhQwACxwYeqJQIECBAgQIDAIgV8nAABAgQIECBAgAABAsMCX8+LByc3TWpYmMNYbZeVo5PvJY9OFAEC3RewQwKbLWCAuNlUPkiAAAECBAgQIECAAIGuCdgPAQIECBAgQGBVBb6Vqz882T6pYWEOY7VNVt6QfD95XKIIECBAoAEBA8SuPUT7IUCAAAECBAgQIECAAAECBNoX0CEBAgT6JXButvvI5IZJDQtzGKvrZ+W1yY+SJyRbJIoAAQIEeipggNjTB2fbBAh0T8COCBAgQIAAAQIECBAgQIAAgfYFZrzD89P/IUkNC1+X46S6dhZfnVyYPCX540QRIECAQM8EDBB79sBslwABAgQIEFhxARckQIAAAQIECBAgQIAAgcUJ/CAff3yyYVj4u5yP1tWz8PKkBonPyPGKiSIwTQH3JkBgEQIGiIvA8lECBAgQIECAAAECBLokYC8ECBAgQIAAAQJTFvhJ7v+k5FpJDQv/N8fR2ioLL05qkPjsHK+cKAIECBDouEC3Bogdx7I9AgQIECBAgAABAgQIECBAYAUEXIIAAQIEWhP4lzT0tKQGiTUs/GXOR+svs/CCpAaJz8/xLxJFgAABAh0VMEDs6IOxLQJ9E7BfAgQIECBAgAABAgQIECBAoH0BHRLYhMBFef+ZyTWTGhb+IsfRqp9AfE4Wa5B4eI5XSRQBAgQIdEzAALFjD8R2CBAgQIDAGgu4HQECBAgQIECAAAECBAgQWGmB/8gFn5vUILGGhfU6L+fVn+TVYUkNEl+W49UStXoCrkyAAIFFCRggLorLhwkQIECAAAECBAh0RcA+CBAgQIAAAQIECHReoH4C8YXZZQ0S6ycT6ycU83JeXS6vnprUIPGVOdavQc1BESBAgMB6gen8a4A4HXd3JUCAAAECBAgQIECAAIFZFdA3AQIECBCYPYH6m4j1txFrkFh/K7H+ZuKoQv1v1U/K4o+T1yTXSxQBAgQITEmg/o/ylG7ttgTaEdAJAQIECBAgQIAAAQIECBAg0L6ADgkQWLbA/+UKL0/qpww3DAvzcqwen5V/To5MtkkUAQIECKyxgAHiGoO7HQECBAh0SsBmCBAgQIAAAQIECBAgQIAAgbUX+F1u+erkOkkNC3+Q46R6TBa/lxyVbJsstXyPAAECBBYpYIC4SDAfJ0CAAAECBAgQ6IKAPRAgQIAAAQIECBAg0IjA69LH9ZMaFp6f46Q6OIvnJm9JbpwoAgRmRkCj0xIwQJyWvPsSIECAAAECBAgQIEBgFgX0TIAAAQIECBCYLPDGLN8w2TAszOlYPSwr30rentw8UQQIECCwSgIGiKsEO0uX1SsBAgQIECBAgAABAgQIECDQvoAOCRAgsEYCx+Q+2ycPT2pYmMNYPSgrX0uOTW6VKAIECBBYYQEDxBUGdTkCBAj0SMBWCRAgQIAAAQIECBAgQIAAgfYF+trhW7PxmyYPTmpYmMNYHZCVLyfvSXZOFAECBAiskIAB4gpBugwBAgQIECBAYO0E3IkAAQIECBAgQIAAAQIzI/COdHrLZMOwMKdjtX9Wzkg+kOyaKAKNCGiDwPQEDBCnZ+/OBAgQIECAAAECBAjMmoB+CRAgQIAAAQIElirwrnxxp6SGhWfmOKnulcXTkg8nt08UAQIECCxRwABxiXAbvuZIgAABAgQIECBAgAABAgQItC+gQwIECBDojMD7spNdkhoWnp7jpNo3i59P/jHZM1EECBAgsEgBA8RFgvk4AQLNCGiEAAECBAgQIECAAAECBAgQaF9Ah+0KfCit7ZZsGBbmdKzumpXPJB9P7pwoAgQIENhMAQPEzYTyMQIECBAgQKArAvZBgAABAgQIECBAgAABAgTmBD6Sszsmd0tqWJjDWP1tVj6ZfCr5u0T1QsAmCRCYpoAB4jT13ZsAAQIECBAgQIDALAnolQABAgQIECBAgMDqCXwsl94ruUtSw8IcxmrvrJyYnJz8faIIECBAYCMCyxogbuSalgkQIECAAAECBAgQIECAAIGGBLRCgAABAgR6JPCJ7LV+4nDDsDAvx2qPrNRPLp6S436JIkCAAIERAQPEERAvCcyIgDYJECBAgAABAgQIECBAgACB9gV0SGCWBU5K8/U3EGtY+NGcT6rds1h/S/ELOd47UQQIECDwewEDxN9DOBAgQIAAgX4I2CUBAgQIECBAgAABAgQIECCwCIHP5bN3T2pYeHyOk+q2WXx/8qXkfkkHyhYIECAwXQEDxOn6uzsBAgQIECBAgMCsCOiTAAECBAgQIECAAIFpCpyWm98zuV1Sw8IcxmqnrLw7OTs5MFEECBBYvEAj3zBAbORBaoMAAQIECBAgQIAAAQIEVkfAVQkQIECAAIGmBL6Ybu6b3CapYWEOY3XLrLwz+UbykEQRIEBg5gQMEGfukWt4MBhAIECAAAECBAgQIECAAAECBNoX0CEBAgQWEjgrbz4g2TGpYWEOY3XTrLwt+XbyiEQRIEBgZgQMEGfmUWuUAAECLQjogQABAgQIECBAgAABAgQIEGhfYE07/Gru9qDkZkkNC3MYqx2yckxyXvKoRBEgQKB5AQPE5h+xBgkQIECAAAECHRCwBQIECBAgQIAAAQIECHRb4JvZ3sOSGha+OcdJdaMsvjG5IDkkUQQIjAp43YyAAWIzj1IjBAgQIECAAAECBAgQWHkBVyRAgAABAgQIzJjAOen3oKSGhW/KcVLdIIuvT36YHJooAgQINCdggNjcI91kQz5AgAABAgQIECBAgAABAgQItC+gQwIECBBYnsD38vVHJ1snNSzMYayuk5UjkguTJyd/lCgCBAg0IWCA2MRj1AQBArMhoEsCBAgQIECAAAECBAgQIECgfQEddkzg+9nP45LrJjUszGGsrpGVVyQ1SHx6jldIFAECBHotYIDY68dn8wQIECBAgEAvBGySAAECBAgQIECAAAECBPou8KM08MTkmkkNC3+T42hdNQsvSX6SPCv500TNkoBeCTQkYIDY0MPUCgECBAgQIECAAAECKyvgagQIECBAgAABAgRGBH6a109NapBYw8Jf5Xy0tszCC5P6icTn5fjniSJAgECvBGZtgNirh2OzBAgQIECAAAECBAgQIECAwJIEfIkAAQIECKy2wM9yg8OSGiS+KMdLktGqweFzs1iDxBoo1mAxLxUBAgS6L2CA2P1nZIcECKwT8A8BAgQIECBoZERXAAAQAElEQVRAgAABAgQIECDQvoAOCfRO4OfZ8bOTGiTWTxv+Z85Hq36Vaf1K0xok1k8t/vXoB7wmQIBA1wQMELv2ROyHAAECBAi0JqAfAgQIECBAgAABAgQIECDQvsB/pcXnJ9dKalj47zmO1uWz8PSkBon1dxRr6JiXjZQ2CBBoSsAAsanHqRkCBAgQIECAAAECKyfgSgQIECBAgAABAgQILFrgv/ONw5MaJNaw8N9yPlp/mIUnJz9JjkiumygCBAhMTWDSjQ0QJ6lYI0CAAAECBAgQIECAAAEC/RWwcwIECBAgQGD6Ar/OFl6W1E8Z1rCwfuowL8fq0Kz8IHl9coNEESBAoBMCBoideAw2QWBTAt4nQIAAAQIECBAgQIAAAQIE2hfQIQECDQr8Nj29KqmfSKxh4Q9zPqkOyeIFyZuSGyWKAAECUxUwQJwqv5sTIECAQPMCGiRAgAABAgQIECBAgAABAgTaF9i8Dl+bj10veWxSw8IcxuqRWTkvOSbZIVEECBCYioAB4lTY3ZQAAQIECBAgQKDrAvZHgAABAgQIECBAgACBVRI4MtfdJnlUUsPCHMbqEVn5dvK25GaJIkBglQRcdrKAAeJkF6sECBAgQIAAAQIECBAg0E8BuyZAgAABAgQI9EXgqGx0u2TDsDCnY/WQrHw9eWeyY6IIECCwJgIGiGvC7CbLE/BtAgQIECBAgAABAgQIECBAoH0BHRIgQGBmBd6Szm+S1LDwGzlOqgOz+JXk3cltEkWAAIFVFTBAXFVeFydAgMCMC2ifAAECBAgQIECAAAECBAgQaF9Ahysl8PZc6OZJDQvPznFS3S+LZybvT26bKAIECKyKgAHiqrC6KAECBAgQIECg3wJ2T4AAAQIECBAgQIAAAQJTEzgud75Vcv/kS8mkuncWv5Acn+yeKAJLEvAlAhsTMEDcmIx1AgQIECBAgAABAgQI9E/AjgkQIECAAAECBNoReE9a2Tm5T1LDwhzG6h5ZOSX5SLJHoggQILAiAgaIK8K4mhdxbQIECBAgQIAAAQIECBAgQKB9AR0SIECAAIGNCnwg7+ya7JfUsDCHsfr7rJycnJjsnSgCBAgsS8AAcVl8vkyAAIEFBLxFgAABAgQIECBAgAABAgQItC+gQwJrJ/Dh3OoOyYZhYU7H6u+y8qnkk8ldEkWAAIElCRggLonNlwgQIECAAIGWBfRGgAABAgQIECBAgAABAgQ6LPCP2dudkhoWfjrHSXXnLP5T8pnkbomaIGCJAIGNCxggbtzGOwQIECBAgAABAgQI9EvAbgkQIECAAAECBAjMksDH02wNCit1npdjtWdWPpp8Ptk3UQQIENgsgY4PEDerBx8iQIAAAQIECBAgQIAAAQIEei1g8wQIECBAgMAyBOqnEOunEeunEuunEydd6vZZrF+BenqO90oUAQIEFhQwQFyQx5sECCxZwBcJECBAgAABAgQIECBAgACB9gV0SIBAlwROzmbq7yPW30msYWFejtXtsvKB5Mxk/0QRIEBgooAB4kQWiwQIECBAYHYFdE6AAAECBAgQIECAAAECBAj0WuCU7H6/ZNekhoU5jNVtsvKe5MvJAYkiQIDAPAEDxHkcXhAgQIAAAQIECBDorYCNEyBAgAABAgQIECBAYFjgC3lxn2TnpIaFOYzVrbJybPK15MGJIkCg+wJrskMDxDVhdhMCBAgQIECAAAECBAgQILAxAesECBAgQIAAgVUV+FKufv+khoXH5Tipbp7Ff0i+lTw8UQQIzLiAAeKM/weg/VUScFkCBAgQIECAAAECBAgQIECgfQEdEiBAoF8CZ2e7ByY1LHx7jpPqxll8c3JucnCiCBCYUQEDxBl98NomQIAAgckCVgkQIECAAAECBAgQIECAAIH2BWa8w2+k/4ckN0nekkyqbbN4VHJ+8phEESAwYwIGiDP2wLVLgAABAgQIEGhUQFsECBAgQIAAAQIECBAgsDiBb+fjj0i2S2pYmMNYbZ2VI5MfJI9PFIFpC7j/GgkYIK4RtNsQIECAAAECBAgQIECAwCQBawQIECBAgAABAlMWOC/3f1SyTVLDwhzG6rpZeU3y4+RJyR8migCBhgUMEBt+uFNrzY0JECBAgAABAgQIECBAgACB9gV0SIAAAQKtCVyQhh6bXC+pYWEOY3WtrLwy+UnytORyiSJAoEEBA8QGH6qWCBAgsFQB3yNAgAABAgQIECBAgAABAgTaF9AhgU0I/DDvPyGpYeGrcvxtMlpXy8JLkwuTZyZ/kigCBBoSMEBs6GFqhQABAgQIEJhZAY0TIECAAAECBAgQIECAAIGVFqjh4JNz0WsmL0t+nYzWVbLwoqQ++5wc/yxRqyfgygTWTMAAcc2o3YgAAQIECBAgQIAAAQKjAl4TIECAAAECBAgQ6LzAv2WHT0/qJxIPz/F/ktH6iyw8P6lB4gty/KtEESDQYwEDxJV+eK5HgAABAgQIECBAgAABAgQItC+gQwIECBAgMHsC/56Wn5XUTyTWsPC/cj5aV8rCs5MaJL44x6smigCBHgoYIPbwodkyAQKrI+CqBAgQIECAAAECBAgQIECAQPsCOiRAYNkC/5krPC+pQWINC3+e89G6QhaekfwkeXlyjUQRINAjAQPEHj0sWyVAgAABAgQmClgkQIAAAQIECBAgQIAAAQIE1l7gktyy/v5hDRIPy/nPktH64yw8JalB4qtzvHay1PI9AgTWUMAAcQ2x3YoAAQIECBAgQIAAgWEB5wQIECBAgAABAgQINCDwq/TwkqQGiU/N8afJaG2RhSckP0pel1w/UQQIdFhgZQeIHW7U1ggQIECAAAECBAgQIECAAIEVEnAZAgQIECBAgMC4wG+y9IqkBolPzLGGhTmM1WOz8v3kDckNE0WAQAcFDBA7+FBsicA0BNyTAAECBAgQIECAAAECBAgQaF9AhwQIEFgjgSNyn+smj0tqWJjDWD06K99Njk62TxQBAh0SMEDs0MOwFQIECBAgsAQBXyFAgAABAgQIECBAgAABAgTaF+hrh6/PxrdOalj4vRwn1UFZ/E7y1uSmiSJAoAMCBogdeAi2QIAAAQIECBAgMIsCeiZAgAABAgQIECBAgMDMCLwpnd4oqWHhOTlOqodm8RvJO5JbJopAIwL9bMMAsZ/Pza4JECBAgAABAgQIECBAYFoC7kuAAAECBAgQILBUgTfnizskD0u+mUyqB2bx7ORdya0TRYDAFAQMEKeA7pbdE7AjAgQIECBAgAABAgQIECBAoH0BHRIgQIBAZwTelp3cLHlQ8tVkUt0/i2cl70t2SRQBAmsoYIC4hthuRYAAAQIrLuCCBAgQIECAAAECBAgQIECAQPsCOmxX4J1pbcfkAUkNC3MYq/tk5YvJB5PdEkWAwBoIGCCuAbJbECBAgAABAgQIjAp4TYAAAQIECBAgQIAAAQIE5gTenbPbJPdNaliYw1jdMyunJickd0xULwRssq8CBoh9fXL2TYAAAQIECBAgQIAAgWkIuCcBAgQIECBAgACB1RN4fy59u6SGhaflOKnunsXPJh9L9koUAQKrIGCAuAqofbuk/RIgQIAAAQIECBAgQIAAAQLtC+iQAAECBAj0SOD47HX3pIaFn8txUu2TxU8nn0j+NlEECKyggAHiCmK6FAECBNZYwO0IECBAgAABAgQIECBAgACB9gV0SGCWBT6a5vdI7pqclEyqv8nix5N6v4aKOVUECCxXwABxuYK+T4AAAQIECBBYtIAvECBAgAABAgQIECBAgAABAosQODGf3TupnzSsnzjM6VjdKSv1a03rJxbrJxfzctrl/gT6K2CA2N9nZ+cECBAgQIAAAQIECKy1gPsRIECAAAECBAgQIDBNgU/m5ndJ6m8f1rAwp2N1h6yckJya1N9SzEERILBYgZkfIC4WzOcJECBAgAABAgQIECBAgACB/gnYMQECBAgQINCUwGfSzd2SOyYfSSbVbln8YPLF5L6JIkBgEQIGiIvA8lECBDolYDMECBAgQIAAAQIECBAgQIBA+wI6JECAwEICn8+b+yY1LPxQjpNqlyy+NzkreUCiCBDYDAEDxM1A8hECBAgQIEBgJQVciwABAgQIECBAgAABAgQIEGhfYE07PD13u1dSw8L35Tipbp3F45KvJg9KFAECCwgYIC6A4y0CBAgQIECAAAECBIYEnBIgQIAAAQIECBAgQKDbAmdme/snOyXvSibVLbL49uSbyUMTRYDAqEBeGyAGQREgQIAAAQIECBAgQIAAgZYF9EaAAAECBAgQmDGBL6ffA5JbJu9IJtVNsvjW5JzkoEQRIDAkYIA4hOGUQI8EbJUAAQIECBAgQIAAAQIECBBoX0CHBAgQILA8ga/l6w9ObprUsDCHsdouK0cn300enSgCBCJggBgERYAAAQIE1k7AnQgQIECAAAECBAgQIECAAIH2BXTYMYFvZT8PT7ZPjkkm1Q2z+Ibk+8njEkVgpgUMEGf68WueAAECBAgQIEBgswV8kAABAgQIECBAgAABAgT6LnBuGjg4qWHhG3OcVNfP4muTHyVPTLZI1CwJ6HWdgAHiOgb/ECBAgAABAgQIECBAgECrAvoiQIAAAQIECBAgMCJwfl4/Jqlh4etynFTXzuKrkguTpyZ/nCgCMyNggDgzj7qpRjVDgAABAgQIECBAgAABAgQItC+gQwIECBAgsNoCP8gNHp9cJ3l1cmkyWlfPwsuSGiQ+I8crJopA8wIGiM0/Yg0SIECgSwL2QoAAAQIECBAgQIAAAQIECLQvoEMCvRP4cXb8pOSaycuT/0tGa6ssvDipQeKzc7xyogg0K2CA2Oyj1RgBAgQIECBAYAUFXIoAAQIECBAgQIAAAQIECLQv8C9p8WlJDRJrWPjLnI/WX2bhBclPkucn9TqHRkobBH4vYID4ewgHAgQIECBAgAABAgQItCigJwIECBAgQIAAAQIEFi1wUb7xzKQGiS/M8RfJaP1ZFp6T1CDx8ByvkigCzQgYIPbvUdoxAQIECBAgQIAAAQIECBAg0L6ADgkQIECAAIHpC/xHtlBDwhokPjfn9TqHefUneXVYUr/atP5W4tVyrgj0XsAAsfePUAMECPRHwE4JECBAgAABAgQIECBAgACB9gV0SIBAgwL1E4j1a0trkFg/mVg/oTja5uWy8NSkBomvzPFaiSLQWwEDxN4+OhsnQIAAAQIE1kzAjQgQIECAAAECBAgQIECAAIH2BTbd4S/zkRcnNRx8Wo7/moxWzV2elMUfJ69JrpcoAr0TqP+Qe7dpGyZAgAABAgQIECBAgMDmCPgMAQIECBAgQIAAAQIEVkHgf3PNlyf1E4k1LKy/g5iXY/X4rPxzcmSyTaII9EagbwPE3sDaKAECBAgQIECAAAECBAgQILBkAV8kQIAAAQIECPRB4HfZ5KuTayc1LPxBjpPqMVn8XnJUsl2iCHRewACx84/IBgm0IqAPAgQIECBAqVa3SAAAEABJREFUgAABAgQIECBAoH0BHRIgQGBmBV6Xzq+fHJKcn0yqg7N4TvKW5MaJItBZAQPEzj4aGyNAgAABAh0RsA0CBAgQIECAAAECBAgQIECgfQEdrpTAG3KhGyaPTM5NJtXDsvit5O3JzRNFoHMCBoideyQ2RIAAAQIECBAgQGBlBFyFAAECBAgQIECAAAECBKYmcHTuvH3y8KSGhTmM1YOy8rXk2ORWiSKwJIHV+JIB4mqouiYBAgQIECBAgAABAgQIEFi6gG8SIECAAAECBAi0I/DWtHLT5MHJ15NJdUAWv5y8J9k5UQSmLmCAOPVHYAOzIaBLAgQIECBAgAABAgQIECBAoH0BHRIgQIAAgY0KvCPv3CKpYeFXcpxU+2fxjOQDya6JIjA1AQPEqdG7MQECBAj0QsAmCRAgQIAAAQIECBAgQIAAgfYFdEhg7QTelVvdOqlh4Zk5Tqp7ZfG05MPJHRJFYM0FDBDXnNwNCRAgQIAAAQIE1kLAPQgQIECAAAECBAgQIECAQIcF3pe97ZLcOzk9mVT7ZvFzyT8meyZqgoCl1REwQFwdV1clQIAAAQIECBAgQIAAgaUJ+BYBAgQIECBAgACBWRL4YJrdLblH8vlkUt01i59JPp7cOVEEVl3AAHHVid1gMGBAgAABAgQIECBAgAABAgQItC+gQwIECBAgQGAZAifku3dM7pbUsDCHsfrbrHwy+VTyd4kisGoCBoirRuvCBAgQaEBACwQIECBAgAABAgQIECBAgED7AjokQKBLAh/LZvZK7pLUoDCHsdo7KycmJyd/nygCKy5ggLjipC5IgAABAgQIEJi+gB0QIECAAAECBAgQIECAAAECvRb4RHb/N0kNC/8px0m1RxY/kpyS7JcoAismYIC4YpQuRIAAAQIECBAgQIAAgWULuAABAgQIECBAgAABAgSGBU7Ki32SPZKPJpNq9yx+KPlCcp9EEVi2gAHisgk3dQHvEyBAgAABAgQIECBAgAABAu0L6JAAAQIECBAgsKoCn8vV757cPjk+mVS3zeL7ki8l90sUgSULGCAumc4XCRBoXkCDBAgQIECAAAECBAgQIECAQPsCOiRAgEC/BE7Ndu+Z3C55fzKpdsriu5OzkwMTRWDRAgaIiybzBQIECBAgQKDrAvZHgAABAgQIECBAgAABAgQItC8w4x1+Mf3fN7lNUsPCHMbqlll5Z/L15CGJIrDZAgaIm03lgwQIECBAgAABAgQIrLKAyxMgQIAAAQIECBAgQIDA4gTOyscfkOyYHJtMqptl8W3Jt5NHJIrAJgVWeYC4yfv7AAECBAgQIECAAAECBAgQINB7AQ0QIECAAAECBAhMWeCruf8DkxoW/kOOk2qHLB6TnJc8KlEENipggLhRGm8QmHEB7RMgQIAAAQIECBAgQIAAAQLtC+iQAAECBFoT+GYaemhSw8I35zipbpTFNyYXJI9NFIExAQPEMRILBAgQIECg3wJ2T4AAAQIECBAgQIAAAQIECLQvoEMCmxA4J+8flGybvCmZVDfI4uuSHyaHJn2orbPJeyXPServO34+x/qJyn/P8VfJ736fOq+1eq8+U5+t79R36xr5mFpIwABxIR3vESBAgAABAgQIEFg7AXciQIAAAQIECBAgQIAAAQIrLfDdXPDRSQ3NXp/jpLpOFo9ILkyenPxR0pW6djZSg9D35fjT5PzkA8nzkwOT2yf1E5Vb5nj5ZIvfp85rrd6rz9Rn6zv13bpGXauuWdeue+Rra1a9uJEBYi8ek00SIECAAAECBAgQIECAQHcF7IwAAQIECBAgQIBA5wW+nx0+LrluUsPCHMbqGll5RfKT5OnJFZJp1F/mpock9ZODP8rx6OQ+ydWTlaq6Vl2zrl33qHvVPeveK3WPXl/HALHXj8/mV03AhQkQIECAAAECBAgQIECAAIH2BXRIgAABAgRmT6CGZU9M29dMXpn8Jhmtv87CS5IaJD4rxysla1E75SZvSS5O6qcl6ycHc7omVfeqe9a9aw+1lzW5cVdvYoDY1SdjXwQIECCwJAFfIkCAAAECBAgQIECAAAECBNoX0CEBAssWqF/h+ZRcpQaJL82x/mZgDvOqfgXoC7NSg8Tn5fjnyWrUrrnoh5MvJQ9L6teQ5jBeV7rSlQZ77LHH4NBDDx0cddRRg0996lODb3/724Of/exng1/+8peD3/3ud+tS57VW79Vn6rP1nfpuXWP8ynMrde/aQ+2l9rTb3DszdmKAOGMPXLsECBAgQIAAgY4K2BYBAgQIECBAgAABAgQIECCw9gI/yy2fkVwreVFySTJaNTh8bhbrbyTWZ2qwmJdLquEvbZ0XxyanJfsmE2vXXXcdvOhFLxqcccYZg1/84heDk08+eXDEEUcMDj744MHee+892GGHHQZbbbXV4ApXuMJgiy22WJc6r7V6rz5Tn63v1HfrGnWtumZde+JN1y/um8OpSe2x9prT2SkDxNl51jolQIAAAQIECBAgQIDAKgi4JAECBAgQIECAAAECDQjUr+58dvqoQWL9tOH/y/lo/WkWnpnUILF+xWn9qtO8XFLV31j8Xr55QDJW22677bqh4fnnnz847bTTBs985jMHO++889jnlrpQ16pr1rXrHjVMrHtu5Hq1x9pr7XkjH2lv2QCxvWe6/I5cgQABAgQIECBAgAABAgQIEGhfQIcECBAgQIAAgXGBGhw+P8v1q03r7x/WYDEv59Xl86qGaTVIfEXO67M5bFbdIp/6fFIDyC1ynFf1K0Y/9KEPDc4999x1Q8Ott179H/yre9Qwse5Z9649zNvU+he119rz5/Oyesih7TJAbPv56o4AgRkT0C4BAgQIECBAgAABAgQIECDQvoAOCRAgsAYC/517HJ7UcLCGhf+W89H6wyw8Oam/kXhEjtdNFqqD8ubZye2TeVW/SvRjH/vYul9Put9++817by1f1L3r15zWXmpPE+5de68eqpcJb7ezZIDYzrPUCQECBAgQINBfATsnQIAAAQIECBAgQIAAAQIE2hfoY4e/zqZfltQg8Sk5XphMqkOz+IPk9cmkHxt8TdaPTuon+XJYX1tuueXg6KOPXvdrSvfZZ5/1ix34t/ZSv9609lZ7HNlS9VC9VE8jb7Xz0gCxnWepEwIECBAgQIAAAQIE1lzADQkQIECAAAECBAgQIDATAr9Nl69M6m8kPiHHHyaT6pAsnp+8KblR8sfJh5PHJ/PqgAMOGJxzzjmDgw7q7g/z1d5qj7XXeZtf/6J6qt6qx/UrDf1rgDj6ML0mQIAAAQIECBAgQIAAAQIE2hfQIQECBAgQIECAwFIF6ifvrpcvPza5IJlUj8ziecmPkn2TeVU/2XfssccOttpqq3nrXXxRe6y91p4n7K96Oynrf5U0VQaITT1OzRCYbQHdEyBAgAABAgQIECBAgAABAu0L6JAAAQIEOiNwZHayTfKo5LvJpLra8OK22247OOOMMzr9U4fD+x0+r59GrL1XD8PrOa+/i3hijk0NEQ0Q80QVAQIECBAgMFUBNydAgAABAgQIECBAgAABAgTaF9BhuwJHpbVtk0ck30km1p577jk49dRTBzvvvPPE9/uwWHuvHqqXkf3uktdN/TpTA8Q8UUWAAAECBAgQIECAwFIEfIcAAQIECBAgQIAAAQIECMwJvCVnN07OTubV3e9+98FJJ53Ui19ZOm/jE17UrzStXqqnkbfrJxHfP7LW25fzB4i9bcPGCRAgQIAAAQIECBAgQIAAgc0W8EECBAgQIECAAAECqyNQfx9xx+FL16DthBNOGGyxxRbDy70+32KLLQbVU/U20kj9TcQyGFnu30sDxP49MzsmMFHAIgECBAgQIECAAAECBAgQINC+gA4JECBAgECHBQ7K3h6fzFX9qs8Pf7h+s+fcUlMn1Vv1ONJUGZTFyHK/Xhog9ut52S0BAgQItCegIwIECBAgQIAAAQIECBAgQKB9AR0SaF3gFmmw/hZiDutr2223Hbz3ve9t6icP13d22b9bbLHFuh6r18tW152VRZmse9HHfwwQ+/jU7JkAAQIECBAgQKADArZAgAABAgQIECBAgAABAgQI/F7gtTnO+x2l73jHO5r4m4eDQTpboLbaaqtB9TrykbIok5Hl/rw0QOzPs7JTAgQIECBAgAABAgQIEFgJAdcgQIAAAQIECBAgQGAlBZ6ei90+maujjz56sPPOO8+9bv2keq2eR/osk7IZWe7HSwPEfjwnu9yEgLcJECBAgAABAgQIECBAgACB9gV0SIAAAQIECHROYOvs6MXJXB1wwAGDgw7q/Z8AnOtnc0+q5+p95PNlU0Yjy91/aYDY/WdkhwQIEGhZQG8ECBAgQIAAAQIECBAgQIBA+wI6JECgXYHnpbX6dZ05DAZbbrnl4NWvfvW681n8p3ovg6Hey6aMhpb6cWqA2I/nZJcECBAgQIAAgY4J2A4BAgQIECBAgAABAgQIECDQvsCCHe6Wdw9I5urFL37xoP4m4NzCjJ1U72Uw0nYZ7Tqy1vmXBoidf0Q2SIAAAQIECBAgQIAAgRUUcCkCBAgQIECAAAECBAisjMCThi+z6667zuSvLh02qPP6VaZlUedDefLQeS9ODRB78ZgW3qR3CRAgQIAAAQIECBAgQIAAgfYFdEiAAAECBAgQ6JDATtnLvslcPeMZz5g7n/WTCRZlVWa9oTFA7M2jslECBBoU0BIBAgQIECBAgAABAgQIECDQvoAOCRAg0KLAwcNN7bHHHoN99tlneGmmz8uiTEYQ5pmNvNe5lwaInXskNkSAAAECBAh0X8AOCRAgQIAAAQIECBAgQIAAgfYFdLgRgb/M+kOTuTrkkEPmzp2sF5hgUmZlt/4DHf/XALHjD8j2CBAgQIAAAQIECBBYQQGXIkCAAAECBAgQIECAAIHlCjwgF9giWVfbbrvtYL/99lt37p/LBMqkbC5bGZRZ2Q0tdfe09wPE7tLaGQECBAgQIECAAAECBAgQILBSAq5DgAABAgQIECDQGYF7D+/kwAMPHH7pfEhggs08u6GPdu7UALFzj8SGCMyMgEYJECBAgAABAgQIECBAgACB9gV0SIAAAQJtCVw77dw+mav9999/7tzJfIEJNmVXhvM/2MFXBogdfCi2RIAAAQIEui1gdwQIECBAgAABAgQIECBAgED7AjokMFHgLsOru+6662DrrbceXnI+JFA2ZTS0VKfzDGuhizFA7OJTsScCBAgQIECAAAECqyHgmgQIECBAgAABAgQIECBAYHkCdxr++l3u0otZ2PCW1/x8gtE8w1XZ0Apc1ABxBRBdggABAgQIECBAgAABAgQIrKaAaxMgQIAAAQIECBDoiMDuw/vYa6+9hl86nyAwwWie4YSvdGLJALETj8EmZlBAywQIECBAgAABAgQIECBAgED7AjokQIAAAQItCdTvKr36hoaudKUrDXbeeecNLx03IlBGZTX0dhmW5dBS97Aq578AABAASURBVE4NELv3TOyIAAECBDotYHMECBAgQIAAAQIECBAgQIBA+wI6JEBggsAth9d22mmn4ZfOFxCYYDXPcoGvTu0tA8Sp0bsxAQIECBAgQIDAmgq4GQECBAgQIECAAAECBAgQILAcgR2Gv3zzm998+GV3zju4kwlW8yw7uOWBAWIXn4o9ESBAgAABAgQIECBAgMCcgBMCBAgQIECAAAECBDohsM3wLrbbbrvhl84XEJhgNc9yga9O7S0DxKnRz/SNNU+AAAECBAgQIECAAAECBAi0L6BDAgQIECBAoC2B6w63c4Mb3GD4pfMFBCZYzbNc4KtTe8sAcWr0bkyAAIE+CtgzAQIECBAgQIAAAQIECBAg0L6ADgkQIDBR4GrDq9e85jWHXzpfQGCC1TzLBb46tbcMEKdG78YECBAgQIAAgTUUcCsCBAgQIECAAAECBAgQIECgfYHV7XDL4ctvtdVWwy+dLyAwwWqe5QJfndpbBohTo3djAgQIECBAgAABAgQIbFrAJwgQIECAAAECBAgQINARgSsN7+PKV77y8EvnCwhMsJpnucBXp/aWAeLa07sjAQIECBAgQIAAAQIECBAg0L6ADgkQIECAAAECrQlcbrihy1/+8sMvnS8gMMFqnuUCX53aWwaIU6N3YwIE+idgxwQIECBAgAABAgQIECBAgED7AjokQIAAAQIEDBD9N0CAAAECBAi0L6BDAgQIECBAgAABAgQIECBAoH0BHa62wP8O3+DXv/718EvnCwhMsJpnucBXp/aWAeLU6N2YAAECBAgQIECAAIFNCXifAAECBAgQIECAAAECBDojcMnwTn7xi18Mv3S+gMAEq3mWC3x1am+t9QBxao26MQECBAgQIECAAAECBAgQILBmAm5EgAABAgQIECDQnsDFwy1ddNFFwy+dLyAwwWqe5QJfndpbBohTo3djAn0TsF8CBAgQIECAAAECBAgQIECgfQEdEiBAgACBjQr86/A7F1544fBL5wsITLCaZ7nAV6f2lgHi1OjdmAABAgQIrJGA2xAgQIAAAQIECBAgQIAAAQLtC+iQwOoL/HD4Ft///veHXzpfQGCC1TzLBb46tbcMEKdG78YECBAgQIAAAQIEFhbwLgECBAgQIECAAAECBAgQ6JDA+cN7Offcc4dfOl9AYILVPMsFvjq1twwQp0bvxgQIECBAgAABAgQIECDQqIC2CBAgQIAAAQIECLQo8J3hpr7+9a8Pv3S+gMAEq3mWC3x1am8ZIE6N3o37JWC3BAgQIECAAAECBAgQIECAQPsCOiRAgAABAgQWEPjq8HtnnXXW8EvnCwhMsJpnucBXp/aWAeLU6N2YAAECBNZEwE0IECBAgAABAgQIECBAgACB9gV0SIDAWghckJv8S7KuLrnkksGZZ5657tw/Gxcoo7Ia+kQZluXQUvdODRC790zsiAABAgQIECBAYDAYQCBAgAABAgQIECBAgAABAgQ6J3Dq8I5OOumk4ZdLOm/9SxOM5hl2tX8DxK4+GfsiQIAAAQIECBAgQIBAPwXsmgABAgQIECBAgACBdgU+M9zaxz/+8eGXzicITDCaZzjhK51YMkDsxGPo+ibsjwABAgQIECBAgAABAgQIEGhfQIcECBAgQIAAgU0KzJsYnn766YMLLuj8b+PcZFOr9YGyKaOR688zHHmvMy8NEDvzKGyEAAECqyDgkgQIECBAgAABAgQIECBAgED7AjokQIDA2gn8OLc6JZmr9773vXPnTuYLTLApuzKc/8EOvjJA7OBDsSUCBAgQIECAAAECBAgQIECAAAECBAgQIECgfYGedviB4X0fe+yxwy+dDwlMsJlnN/TRzp0aIHbukdgQAQIECBAgQIAAAQI9FrB1AgQIECBAgAABAgQItC7wrjR4abKuzjvvvMHxxx+/7tw/lwmUSdlctjIos7IbWuruqQHiJp+NDxAgQIAAAQIECBAgQIAAAQLtC+iQAAECBAgQIEBgMwX+I597WzJXRx555Ny5k/UCE0zKrOzWf6Dj/xogdvwB2R4BAssQ8FUCBAgQIECAAAECBAgQIECgfQEdEiBAgMA0BI4evulnP/vZwYknnji8NNPnZVEmIwjzzEbe69xLA8TOPRIbIkCAAAECBAgQIECAAAECBAgQIECAAAEC7QvosNcCZ2X3JyRz9ZKXvGTufNZPJliUVZn1hsYAsTePykYJECBAgAABAgQIdF7ABgkQIECAAAECBAgQIEBgdgReOdzq6aefPjjmmGOGl2byvAzKYqT5V4287vzLTQwQO79/GyRAgAABAgQIECBAgAABAgSWLeACBAgQIECAAAECBBYtcHq+cVwyV4cddtjgoosumns9ayfVexmM9F1Gp42sdf6lAWLnH5ENEliigK8RIECAAAECBAgQIECAAAEC7QvokAABAgQITFfgebn9pcm6uvjiiwdPfOIT153P4j/VexkM9V42ZTS01I9TA8R+PCe7JECAAIEZEtAqAQIECBAgQIAAAQIECBAg0L6ADgk0InBB+jgsmavjjjtuJn+Vaf3q0up9DmL9SdmU0fpXPfrXALFHD8tWCRAgQIAAAQIEOi1gcwQIECBAgAABAgQIECBAYBYFXpqmT0nm6uCDDx6ceeaZc68bOxlrp3qtnkfeKJOyGVnux0sDxH48J7skQIAAAQIECBAgQIAAgVUTcGECBAgQIECAAAECBJYp8Ph8v35dZw7r60EPetBM/D3E+ruH1ev6ruf+LYsymVvo24kBYt+emP1unoBPESBAgAABAgQIECBAgAABAu0L6JAAAQIECBDoisDXspFHJnN13nnnDfbff//BpZfWLG1uuamT6q16rF5HGiuLMhlZ7s9LA8T+PCs7JUCAwEwIaJIAAQIECBAgQIAAAQIECBBoX0CHBAg0KXBMunptMlcnn3zy4B73uMfc69ZOqrfqcaSvMiiLkeV+vTRA7NfzslsCBAgQIECAQFcF7IsAAQIECBAgQIAAAQIECBBoX2BTHR6aD5yQzNVHPvKRwb777tvUTyLWTx5WT9XbXKPrT6r3Mlj/qsf/GiD2+OHZOgECBAgQIECAAAECBJYv4AoECBAgQIAAAQIECBBYUYH75GqnJHNVg7a99tqrib+JWH/zsHqpnuYaXH9SPVfv61/1/F8DxJ4/wInbt0iAAAECBAgQIECAAAECBAi0L6BDAgQIECBAgEA3Bf4v26rfW3pGjnNVv+pz9913H5x55plza307qb1XD9XLyN6r1+q5eh95q58vDRD7+dzsmgCBRgW0RYAAAQIECBAgQIAAAQIECLQvoEMCBAjMgMDP0+M+Sf1UXg7r67zzzhvssssug2OO6d+fCKw9196rh/XdzP1bPVav1fPcYt9PDBD7/gTtnwABAgQIEOiCgD0QIECAAAECBAgQIECAAAEC7QvocHECNVDbK1+pvwuYw2V18MEHDw488MBe/ErT+pWltdfa82UdzJ1Vb9Vj9Tq32MKJAWILT1EPBAgQIECAAAECBAgsUcDXCBAgQIAAAQIECBAgQGAVBepXetav9nzt6D2OO+64wfbbb9/pn0asnzqsPdZeR/ef19VT9VY95mVb1d4Asa3noxsCBAgQIECAAAECBAgQIEBgkoA1AgQIECBAgACBPgkcms0enFyazNXFF188qJ/s22233QYnnnji3Pq0T2ovtafaW+1xZD/VQ/VSPY281c5LA8R2nqVOCPReQAMECBAgQIAAAQIECBAgQIBA+wI6JECAAIGZFag/fLhjuq+/GZjDZXX66acP7nrXuw723HPPwfHHH3/ZG2t8VveuPdReak8Tbl97rx6qlwlvt7NkgNjOs9QJAQIECBCYloD7EiBAgAABAgQIECBAgAABAu0L6JDASgh8LRe5Q/KMpH6SL4fL6rOf/ezgnve852C77bYbHH744YMLLrjgsjdX6azuUfeqe9a9aw8TblV7rT3X3quHCR9pa8kAsa3nqRsCBAgQIECAAAECixDwUQIECBAgQIAAAQIECBAgMBWBl+auN0yOS8bqvPPOGzzrWc8abLPNNoP6VaI14DvzzDPHPrfUhbpWXbOuXfeoe9U9N3K92mPttfa8kY90fXnx+zNAXLyZbxAgQIAAAQIECBAgQIAAgekKuDsBAgQIECBAgACB/gvUjxcemDZ2T05IJlb9KtEa8O2yyy6DK1/5yut+zekTnvCEwdFHHz349Kc/PfjOd74zuOiiiwa/+tWvBpdeeum61Hmt1Xv1mfpsfad+PWldo65V16xrT7zp+sXa0245rT3WXnM6O2WAODvPWqcdF7A9AgQIECBAgAABAgQIECBAoH0BHRIgQIAAAQJjAqdl5R7JbZK3JvXrQnMYr0suuWRQv2L0Na95zeCRj3zk4M53vvPgxje+8eCqV73q4IpXvOLgD/7gD9alzmut3qvP1GfrO/Xdusb4ledW6t61h9pL7en0uXdm7MQAccYeuHYJECBAYMUFXJAAAQIECBAgQIAAAQIECBBoX0CHBAisvsBZucXDky2TxyanJGtVda+6Z9279lB7Wat7d/I+BoidfCw2RYAAAQIECBAgsPoC7kCAAAECBAgQIECAAAECBAh0UOA/sqcjkzsk10kOTt6f/EuyhJr4lbpWXbOuXfeoe9U9694TvzBriwaIs/bE9UuAAAECBAgQIECAAIG+C9g/AQIECBAgQIAAAQKzIvDjNHpMct/kGsk2yb2T5ybHJvWTg9/N8eLk10n9CtJKnddavVefqc/Wd+q7dY26Vl2zrl33yFfVsIAB4rCG86kJuDEBAgQIECBAgAABAgQIECDQvoAOCRAgQIAAAQLLFLgg3/9g8oLkgUn95OC2OV4luUJSc69KnddavVefqc/Wd+q7dY18VC0kUIgLve89AgQIECCwkID3CBAgQIAAAQIECBAgQIAAgfYFdEiAAAECMyZggDhjD1y7BAgQIECAAIH1Av4lQIAAAQIECBAgQIAAAQIE2hfQIYGlCRggLs3NtwgQIECAAAECBAgQIDAdAXclQIAAAQIECBAgQIAAAQKrLGCAuMrAm3N5nyFAgAABAgQIECBAgAABAgTaF9AhAQIECBAgQIAAgb4IGCD25UnZJwECXRSwJwIECBAgQIAAAQIECBAgQKB9AR0SIECAAIGZEzBAnLlHrmECBAgQIEBgMGBAgAABAgQIECBAgAABAgQItC+gQwIElipggLhUOd8jQIAAAQIECBAgQGDtBdyRAAECBAgQIECAAAECBAgQWHWBqQ8QV71DNyBAgAABAgQIECBAgAABAgSmLmADBAgQIECAAAECBAj0R8AAsT/Pyk4JdE3AfggQIECAAAECBAgQIECAAIH2BXRIgAABAgQIzKCAAeIMPnQtEyBAgMCsC+ifAAECBAgQIECAAAECBAgQaF9AhwQIEFi6gAHi0u18kwABAgQIECBAgMDaCrgbAQIECBAgQIAAAQIECBC3tGXxAAAEZElEQVQg0L5ABzo0QOzAQ7AFAgQIECBAgAABAgQIEGhbQHcECBAgQIAAAQIECBDok4ABYp+elr12ScBeCBAgQIAAAQIECBAgQIAAgfYFdEiAAAECBAgQmEkBA8SZfOyaJkCAwCwL6J0AAQIECBAgQIAAAQIECBBoX0CHBAgQILAcAQPE5ej5LgECBAgQIECAwNoJuBMBAgQIECBAgAABAgQIECDQvoAOOyFggNiJx2ATBAgQIECAAAECBAgQaFdAZwQIECBAgAABAgQIECDQLwEDxH49r67s1j4IECBAgAABAgQIECBAgACB9gV0SIAAAQIECBAgMKMCBogz+uC1TYDArAromwABAgQIECBAgAABAgQIEGhfQIcECBAgQGB5AgaIy/PzbQIECBAgQIDA2gi4CwECBAgQIECAAAECBAgQINC+gA4JdETAALEjD8I2CBAgQIAAAQIECBBoU0BXBAgQIECAAAECBAgQIECgbwIGiIt/Yr5BgAABAgQIECBAgAABAgQItC+gQwIECBAgQIAAAQIzK2CAOLOPXuMEZlFAzwQIECBAgAABAgQIECBAgED7AjokQIAAAQIElitggLhcQd8nQIAAAQIEVl/AHQgQIECAAAECBAgQIECAAIH2BXRIgEBnBAwQO/MobIQAAQIECBAgQIBAewI6IkCAAAECBAgQIECAAAECBPonsNgBYv86tGMCBAgQIECAAAECBAgQIEBgsQI+T4AAAQIECBAgQIDADAsYIM7ww9f6rAnolwABAgQIECBAgAABAgQIEGhfQIcECBAgQIAAgeULGCAu39AVCBAgQIDA6gq4OgECBAgQIECAAAECBAgQINC+gA4JECDQIQEDxA49DFshQIAAAQIECBBoS0A3BAgQIECAAAECBAgQIECAQPsCLXZogNjiU9UTAQIECBAgQIAAAQIECCxHwHcJECBAgAABAgQIECAw0wIGiDP9+Gepeb0SIECAAAECBAgQIECAAAEC7QvokAABAgQIECBAYCUEDBBXQtE1CBAgQGD1BFyZAAECBAgQIECAAAECBAgQaF9AhwQIECDQKQEDxE49DpshQIAAAQIECLQjoBMCBAgQIECAAAECBAgQIECgfQEdtilggNjmc9UVAQIECBAgQIAAAQIElirgewQIECBAgAABAgQIECAw4wIGiDPxH4AmCRAgQIAAAQIECBAgQIAAgfYFdEiAAAECBAgQIEBgZQQMEFfG0VUIECCwOgKuSoAAAQIECBAgQIAAAQIECLQvoEMCBAgQINAxAQPEjj0Q2yFAgAABAgTaENAFAQIECBAgQIAAAQIECBAg0L6ADgm0KmCA2OqT1RcBAgQIECBAgAABAksR8B0CBAgQIECAAAECBAgQIDDzAjMwQJz5ZwyAAAECBAgQIECAAAECBAjMgIAWCRAgQIAAAQIECBBYKQEDxJWSdB0CBFZewBUJECBAgAABAgQIECBAgACB9gV0SIAAAQIECHRO4P8DAAD//yfA3PwAAAAGSURBVAMAxBsGXGu55PcAAAAASUVORK5CYII="/>
          <p:cNvSpPr>
            <a:spLocks noChangeAspect="1" noChangeArrowheads="1"/>
          </p:cNvSpPr>
          <p:nvPr/>
        </p:nvSpPr>
        <p:spPr bwMode="auto">
          <a:xfrm>
            <a:off x="63500" y="-136525"/>
            <a:ext cx="107632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63" y="3890065"/>
            <a:ext cx="2390775" cy="18954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337" y="4139672"/>
            <a:ext cx="2571750" cy="1800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6994" y="4065006"/>
            <a:ext cx="1213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FAN OUT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74339" y="3955006"/>
            <a:ext cx="1213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FAN 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39" y="429441"/>
            <a:ext cx="4413958" cy="1802896"/>
          </a:xfrm>
          <a:prstGeom prst="rect">
            <a:avLst/>
          </a:prstGeom>
        </p:spPr>
      </p:pic>
      <p:sp>
        <p:nvSpPr>
          <p:cNvPr id="5" name="AutoShape 2" descr="data:image/png;base64,iVBORw0KGgoAAAANSUhEUgAABxAAAARcCAYAAAC6HQTmAAAZrHRFWHRteGZpbGUAJTNDbXhHcmFwaE1vZGVsJTIwZHglM0QlMjIxMDQyJTIyJTIwZHklM0QlMjI1NzAlMjIlMjBncmlkJTNEJTIyMSUyMiUyMGdyaWRTaXplJTNEJTIyMTAlMjIlMjBndWlkZXMlM0QlMjIxJTIyJTIwdG9vbHRpcHMlM0QlMjIxJTIyJTIwY29ubmVjdCUzRCUyMjElMjIlMjBhcnJvd3MlM0QlMjIxJTIyJTIwZm9sZCUzRCUyMjElMjIlMjBwYWdlJTNEJTIyMSUyMiUyMHBhZ2VTY2FsZSUzRCUyMjElMjIlMjBwYWdlV2lkdGglM0QlMjI4NTAlMjIlMjBwYWdlSGVpZ2h0JTNEJTIyMTEwMCUyMiUyMG1hdGglM0QlMjIwJTIyJTIwc2hhZG93JTNEJTIyMCUyMiUzRSUzQ3Jvb3QlM0UlM0NteENlbGwlMjBpZCUzRCUyMjAlMjIlMkYlM0UlM0NteENlbGwlMjBpZCUzRCUyMjElMjIlMjBwYXJlbnQlM0QlMjIwJTIyJTJGJTNFJTNDbXhDZWxsJTIwaWQlM0QlMjJ3S2kzTDJITHVYbDZmbW40SHhySy0xJTIyJTIwdmFsdWUlM0QlMjIlMjIlMjBzdHlsZSUzRCUyMmVsbGlwc2UlM0J3aGl0ZVNwYWNlJTNEd3JhcCUzQmh0bWwlM0QxJTNCYXNwZWN0JTNEZml4ZWQlM0IlMjIlMjB2ZXJ0ZXglM0QlMjIxJTIyJTIwcGFyZW50JTNEJTIyMSUyMiUzRSUzQ214R2VvbWV0cnklMjB4JTNEJTIyMTgwJTIyJTIweSUzRCUyMjE5MCUyMiUyMHdpZHRoJTNEJTIyMjAlMjIlMjBoZWlnaHQlM0QlMjIyMCUyMiUyMGFzJTNEJTIyZ2VvbWV0cnklMjIlMkYlM0UlM0MlMkZteENlbGwlM0UlM0NteENlbGwlMjBpZCUzRCUyMndLaTNMMkhMdVhsNmZtbjRIeHJLLTIlMjIlMjB2YWx1ZSUzRCUyMiUyMiUyMHN0eWxlJTNEJTIyZWxsaXBzZSUzQndoaXRlU3BhY2UlM0R3cmFwJTNCaHRtbCUzRDElM0Jhc3BlY3QlM0RmaXhlZCUzQiUyMiUyMHZlcnRleCUzRCUyMjElMjIlMjBwYXJlbnQlM0QlMjIxJTIyJTNFJTNDbXhHZW9tZXRyeSUyMHglM0QlMjIzMTAlMjIlMjB5JTNEJTIyMTIwJTIyJTIwd2lkdGglM0QlMjIyMCUyMiUyMGhlaWdodCUzRCUyMjIwJTIyJTIwYXMlM0QlMjJnZW9tZXRyeSUyMiUyRiUzRSUzQyUyRm14Q2VsbCUzRSUzQ214Q2VsbCUyMGlkJTNEJTIyd0tpM0wySEx1WGw2Zm1uNEh4ckstMyUyMiUyMHZhbHVlJTNEJTIyJTIyJTIwc3R5bGUlM0QlMjJlbGxpcHNlJTNCd2hpdGVTcGFjZSUzRHdyYXAlM0JodG1sJTNEMSUzQmFzcGVjdCUzRGZpeGVkJTNCJTIyJTIwdmVydGV4JTNEJTIyMSUyMiUyMHBhcmVudCUzRCUyMjElMjIlM0UlM0NteEdlb21ldHJ5JTIweCUzRCUyMjMxMCUyMiUyMHklM0QlMjIxOTAlMjIlMjB3aWR0aCUzRCUyMjIwJTIyJTIwaGVpZ2h0JTNEJTIyMjAlMjIlMjBhcyUzRCUyMmdlb21ldHJ5JTIyJTJGJTNFJTNDJTJGbXhDZWxsJTNFJTNDbXhDZWxsJTIwaWQlM0QlMjJ3S2kzTDJITHVYbDZmbW40SHhySy00JTIyJTIwdmFsdWUlM0QlMjIlMjIlMjBzdHlsZSUzRCUyMmVsbGlwc2UlM0J3aGl0ZVNwYWNlJTNEd3JhcCUzQmh0bWwlM0QxJTNCYXNwZWN0JTNEZml4ZWQlM0IlMjIlMjB2ZXJ0ZXglM0QlMjIxJTIyJTIwcGFyZW50JTNEJTIyMSUyMiUzRSUzQ214R2VvbWV0cnklMjB4JTNEJTIyMzExJTIyJTIweSUzRCUyMjI2OCUyMiUyMHdpZHRoJTNEJTIyMjAlMjIlMjBoZWlnaHQlM0QlMjIyMCUyMiUyMGFzJTNEJTIyZ2VvbWV0cnklMjIlMkYlM0UlM0MlMkZteENlbGwlM0UlM0NteENlbGwlMjBpZCUzRCUyMndLaTNMMkhMdVhsNmZtbjRIeHJLLTklMjIlMjB2YWx1ZSUzRCUyMiUyMiUyMHN0eWxlJTNEJTIyZW5kQXJyb3clM0RjbGFzc2ljJTNCaHRtbCUzRDElM0Jyb3VuZGVkJTNEMCUzQmV4aXRYJTNEMSUzQmV4aXRZJTNEMC41JTNCZXhpdER4JTNEMCUzQmV4aXREeSUzRDAlM0JlbnRyeVglM0QwJTNCZW50cnlZJTNEMSUzQmVudHJ5RHglM0QwJTNCZW50cnlEeSUzRDAlM0IlMjIlMjBlZGdlJTNEJTIyMSUyMiUyMHBhcmVudCUzRCUyMjElMjIlMjBzb3VyY2UlM0QlMjJ3S2kzTDJITHVYbDZmbW40SHhySy0xJTIyJTIwdGFyZ2V0JTNEJTIyd0tpM0wySEx1WGw2Zm1uNEh4ckstMiUyMiUzRSUzQ214R2VvbWV0cnklMjB3aWR0aCUzRCUyMjUwJTIyJTIwaGVpZ2h0JTNEJTIyNTAlMjIlMjByZWxhdGl2ZSUzRCUyMjElMjIlMjBhcyUzRCUyMmdlb21ldHJ5JTIyJTNFJTNDbXhQb2ludCUyMHglM0QlMjI0MDAlMjIlMjB5JTNEJTIyMzIwJTIyJTIwYXMlM0QlMjJzb3VyY2VQb2ludCUyMiUyRiUzRSUzQ214UG9pbnQlMjB4JTNEJTIyNDUwJTIyJTIweSUzRCUyMjI3MCUyMiUyMGFzJTNEJTIydGFyZ2V0UG9pbnQlMjIlMkYlM0UlM0MlMkZteEdlb21ldHJ5JTNFJTNDJTJGbXhDZWxsJTNFJTNDbXhDZWxsJTIwaWQlM0QlMjJ3S2kzTDJITHVYbDZmbW40SHhySy0xMCUyMiUyMHZhbHVlJTNEJTIyJTIyJTIwc3R5bGUlM0QlMjJlbmRBcnJvdyUzRGNsYXNzaWMlM0JodG1sJTNEMSUzQnJvdW5kZWQlM0QwJTNCZXhpdFglM0QxJTNCZXhpdFklM0QwLjUlM0JleGl0RHglM0QwJTNCZXhpdER5JTNEMCUzQiUyMiUyMGVkZ2UlM0QlMjIxJTIyJTIwcGFyZW50JTNEJTIyMSUyMiUyMHNvdXJjZSUzRCUyMndLaTNMMkhMdVhsNmZtbjRIeHJLLTElMjIlM0UlM0NteEdlb21ldHJ5JTIwd2lkdGglM0QlMjI1MCUyMiUyMGhlaWdodCUzRCUyMjUwJTIyJTIwcmVsYXRpdmUlM0QlMjIxJTIyJTIwYXMlM0QlMjJnZW9tZXRyeSUyMiUzRSUzQ214UG9pbnQlMjB4JTNEJTIyMzkwJTIyJTIweSUzRCUyMjI2MyUyMiUyMGFzJTNEJTIyc291cmNlUG9pbnQlMjIlMkYlM0UlM0NteFBvaW50JTIweCUzRCUyMjMxMCUyMiUyMHklM0QlMjIyMDAlMjIlMjBhcyUzRCUyMnRhcmdldFBvaW50JTIyJTJGJTNFJTNDJTJGbXhHZW9tZXRyeSUzRSUzQyUyRm14Q2VsbCUzRSUzQ214Q2VsbCUyMGlkJTNEJTIyd0tpM0wySEx1WGw2Zm1uNEh4ckstMTElMjIlMjB2YWx1ZSUzRCUyMiUyMiUyMHN0eWxlJTNEJTIyZW5kQXJyb3clM0RjbGFzc2ljJTNCaHRtbCUzRDElM0Jyb3VuZGVkJTNEMCUzQmV4aXRYJTNEMSUzQmV4aXRZJTNEMSUzQmV4aXREeCUzRDAlM0JleGl0RHklM0QwJTNCZW50cnlYJTNEMCUzQmVudHJ5WSUzRDAuNSUzQmVudHJ5RHglM0QwJTNCZW50cnlEeSUzRDAlM0IlMjIlMjBlZGdlJTNEJTIyMSUyMiUyMHBhcmVudCUzRCUyMjElMjIlMjBzb3VyY2UlM0QlMjJ3S2kzTDJITHVYbDZmbW40SHhySy0xJTIyJTIwdGFyZ2V0JTNEJTIyd0tpM0wySEx1WGw2Zm1uNEh4ckstNCUyMiUzRSUzQ214R2VvbWV0cnklMjB3aWR0aCUzRCUyMjUwJTIyJTIwaGVpZ2h0JTNEJTIyNTAlMjIlMjByZWxhdGl2ZSUzRCUyMjElMjIlMjBhcyUzRCUyMmdlb21ldHJ5JTIyJTNFJTNDbXhQb2ludCUyMHglM0QlMjI0MzAlMjIlMjB5JTNEJTIyMjcwJTIyJTIwYXMlM0QlMjJzb3VyY2VQb2ludCUyMiUyRiUzRSUzQ214UG9pbnQlMjB4JTNEJTIyNTQwJTIyJTIweSUzRCUyMjI3MCUyMiUyMGFzJTNEJTIydGFyZ2V0UG9pbnQlMjIlMkYlM0UlM0MlMkZteEdlb21ldHJ5JTNFJTNDJTJGbXhDZWxsJTNFJTNDbXhDZWxsJTIwaWQlM0QlMjJ3S2kzTDJITHVYbDZmbW40SHhySy0xMiUyMiUyMHZhbHVlJTNEJTIyJTIyJTIwc3R5bGUlM0QlMjJlbGxpcHNlJTNCd2hpdGVTcGFjZSUzRHdyYXAlM0JodG1sJTNEMSUzQmFzcGVjdCUzRGZpeGVkJTNCJTIyJTIwdmVydGV4JTNEJTIyMSUyMiUyMHBhcmVudCUzRCUyMjElMjIlM0UlM0NteEdlb21ldHJ5JTIweCUzRCUyMjQ2MCUyMiUyMHklM0QlMjIyODAlMjIlMjB3aWR0aCUzRCUyMjIwJTIyJTIwaGVpZ2h0JTNEJTIyMjAlMjIlMjBhcyUzRCUyMmdlb21ldHJ5JTIyJTJGJTNFJTNDJTJGbXhDZWxsJTNFJTNDbXhDZWxsJTIwaWQlM0QlMjJ3S2kzTDJITHVYbDZmbW40SHhySy0xMyUyMiUyMHZhbHVlJTNEJTIyJTIyJTIwc3R5bGUlM0QlMjJlbGxpcHNlJTNCd2hpdGVTcGFjZSUzRHdyYXAlM0JodG1sJTNEMSUzQmFzcGVjdCUzRGZpeGVkJTNCJTIyJTIwdmVydGV4JTNEJTIyMSUyMiUyMHBhcmVudCUzRCUyMjElMjIlM0UlM0NteEdlb21ldHJ5JTIweCUzRCUyMjU5MCUyMiUyMHklM0QlMjIyMTAlMjIlMjB3aWR0aCUzRCUyMjIwJTIyJTIwaGVpZ2h0JTNEJTIyMjAlMjIlMjBhcyUzRCUyMmdlb21ldHJ5JTIyJTJGJTNFJTNDJTJGbXhDZWxsJTNFJTNDbXhDZWxsJTIwaWQlM0QlMjJ3S2kzTDJITHVYbDZmbW40SHhySy0xNCUyMiUyMHZhbHVlJTNEJTIyJTIyJTIwc3R5bGUlM0QlMjJlbGxpcHNlJTNCd2hpdGVTcGFjZSUzRHdyYXAlM0JodG1sJTNEMSUzQmFzcGVjdCUzRGZpeGVkJTNCJTIyJTIwdmVydGV4JTNEJTIyMSUyMiUyMHBhcmVudCUzRCUyMjElMjIlM0UlM0NteEdlb21ldHJ5JTIweCUzRCUyMjU5MCUyMiUyMHklM0QlMjIyODAlMjIlMjB3aWR0aCUzRCUyMjIwJTIyJTIwaGVpZ2h0JTNEJTIyMjAlMjIlMjBhcyUzRCUyMmdlb21ldHJ5JTIyJTJGJTNFJTNDJTJGbXhDZWxsJTNFJTNDbXhDZWxsJTIwaWQlM0QlMjJ3S2kzTDJITHVYbDZmbW40SHhySy0xNSUyMiUyMHZhbHVlJTNEJTIyJTIyJTIwc3R5bGUlM0QlMjJlbGxpcHNlJTNCd2hpdGVTcGFjZSUzRHdyYXAlM0JodG1sJTNEMSUzQmFzcGVjdCUzRGZpeGVkJTNCJTIyJTIwdmVydGV4JTNEJTIyMSUyMiUyMHBhcmVudCUzRCUyMjElMjIlM0UlM0NteEdlb21ldHJ5JTIweCUzRCUyMjU5MSUyMiUyMHklM0QlMjIzNTglMjIlMjB3aWR0aCUzRCUyMjIwJTIyJTIwaGVpZ2h0JTNEJTIyMjAlMjIlMjBhcyUzRCUyMmdlb21ldHJ5JTIyJTJGJTNFJTNDJTJGbXhDZWxsJTNFJTNDbXhDZWxsJTIwaWQlM0QlMjJ3S2kzTDJITHVYbDZmbW40SHhySy0xNiUyMiUyMHZhbHVlJTNEJTIyJTIyJTIwc3R5bGUlM0QlMjJlbmRBcnJvdyUzRGNsYXNzaWMlM0JodG1sJTNEMSUzQnJvdW5kZWQlM0QwJTNCZXhpdFglM0QwJTNCZXhpdFklM0QxJTNCZXhpdER4JTNEMCUzQmV4aXREeSUzRDAlM0JlbnRyeVglM0QxJTNCZW50cnlZJTNEMCUzQmVudHJ5RHglM0QwJTNCZW50cnlEeSUzRDAlM0IlMjIlMjBlZGdlJTNEJTIyMSUyMiUyMHBhcmVudCUzRCUyMjElMjIlMjBzb3VyY2UlM0QlMjJ3S2kzTDJITHVYbDZmbW40SHhySy0xMyUyMiUyMHRhcmdldCUzRCUyMndLaTNMMkhMdVhsNmZtbjRIeHJLLTEyJTIyJTNFJTNDbXhHZW9tZXRyeSUyMHdpZHRoJTNEJTIyNTAlMjIlMjBoZWlnaHQlM0QlMjI1MCUyMiUyMHJlbGF0aXZlJTNEJTIyMSUyMiUyMGFzJTNEJTIyZ2VvbWV0cnklMjIlM0UlM0NteFBvaW50JTIweCUzRCUyMjY4MCUyMiUyMHklM0QlMjI0MTAlMjIlMjBhcyUzRCUyMnNvdXJjZVBvaW50JTIyJTJGJTNFJTNDbXhQb2ludCUyMHglM0QlMjI0NzAlMjIlMjB5JTNEJTIyMTkwJTIyJTIwYXMlM0QlMjJ0YXJnZXRQb2ludCUyMiUyRiUzRSUzQyUyRm14R2VvbWV0cnklM0UlM0MlMkZteENlbGwlM0UlM0NteENlbGwlMjBpZCUzRCUyMndLaTNMMkhMdVhsNmZtbjRIeHJLLTE3JTIyJTIwdmFsdWUlM0QlMjIlMjIlMjBzdHlsZSUzRCUyMmVuZEFycm93JTNEY2xhc3NpYyUzQmh0bWwlM0QxJTNCcm91bmRlZCUzRDAlM0JleGl0WCUzRDAlM0JleGl0WSUzRDAuNSUzQmV4aXREeCUzRDAlM0JleGl0RHklM0QwJTNCZW50cnlYJTNEMSUzQmVudHJ5WSUzRDAuNSUzQmVudHJ5RHglM0QwJTNCZW50cnlEeSUzRDAlM0IlMjIlMjBlZGdlJTNEJTIyMSUyMiUyMHBhcmVudCUzRCUyMjElMjIlMjBzb3VyY2UlM0QlMjJ3S2kzTDJITHVYbDZmbW40SHhySy0xNCUyMiUyMHRhcmdldCUzRCUyMndLaTNMMkhMdVhsNmZtbjRIeHJLLTEyJTIyJTNFJTNDbXhHZW9tZXRyeSUyMHdpZHRoJTNEJTIyNTAlMjIlMjBoZWlnaHQlM0QlMjI1MCUyMiUyMHJlbGF0aXZlJTNEJTIyMSUyMiUyMGFzJTNEJTIyZ2VvbWV0cnklMjIlM0UlM0NteFBvaW50JTIweCUzRCUyMjU1MCUyMiUyMHklM0QlMjIyODglMjIlMjBhcyUzRCUyMnNvdXJjZVBvaW50JTIyJTJGJTNFJTNDbXhQb2ludCUyMHglM0QlMjI2MTAlMjIlMjB5JTNEJTIyMzA4JTIyJTIwYXMlM0QlMjJ0YXJnZXRQb2ludCUyMiUyRiUzRSUzQyUyRm14R2VvbWV0cnklM0UlM0MlMkZteENlbGwlM0UlM0NteENlbGwlMjBpZCUzRCUyMndLaTNMMkhMdVhsNmZtbjRIeHJLLTE4JTIyJTIwdmFsdWUlM0QlMjIlMjIlMjBzdHlsZSUzRCUyMmVuZEFycm93JTNEY2xhc3NpYyUzQmh0bWwlM0QxJTNCcm91bmRlZCUzRDAlM0JleGl0WCUzRDAlM0JleGl0WSUzRDAlM0JleGl0RHglM0QwJTNCZXhpdER5JTNEMCUzQmVudHJ5WCUzRDAuNSUzQmVudHJ5WSUzRDElM0JlbnRyeUR4JTNEMCUzQmVudHJ5RHklM0QwJTNCJTIyJTIwZWRnZSUzRCUyMjElMjIlMjBwYXJlbnQlM0QlMjIxJTIyJTIwc291cmNlJTNEJTIyd0tpM0wySEx1WGw2Zm1uNEh4ckstMTUlMjIlMjB0YXJnZXQlM0QlMjJ3S2kzTDJITHVYbDZmbW40SHhySy0xMiUyMiUzRSUzQ214R2VvbWV0cnklMjB3aWR0aCUzRCUyMjUwJTIyJTIwaGVpZ2h0JTNEJTIyNTAlMjIlMjByZWxhdGl2ZSUzRCUyMjElMjIlMjBhcyUzRCUyMmdlb21ldHJ5JTIyJTNFJTNDbXhQb2ludCUyMHglM0QlMjI3MTAlMjIlMjB5JTNEJTIyMzYwJTIyJTIwYXMlM0QlMjJzb3VyY2VQb2ludCUyMiUyRiUzRSUzQ214UG9pbnQlMjB4JTNEJTIyNDQwJTIyJTIweSUzRCUyMjMyMCUyMiUyMGFzJTNEJTIydGFyZ2V0UG9pbnQlMjIlMkYlM0UlM0MlMkZteEdlb21ldHJ5JTNFJTNDJTJGbXhDZWxsJTNFJTNDJTJGcm9vdCUzRSUzQyUyRm14R3JhcGhNb2RlbCUzRXaF1zAAABAASURBVHgB7N0LvG1lWS/+ueuUWnA6RlhmN8TciJaXwk1uREEwDUvEVEzI1ARNDbxU4t1StDJFIwMyb1DhDbBEExBSICHKayo7uZSVlUh2gpOX+sP/96zFmsw59tiLtfaea605xviez/PMMcY73zHe9/kOOmN99uuc85tG/h8BAgQIECBAgAABAgQIECDQdwH1ESBAgAABAgQIECBAYMUCFhBXTKUjgXkTMB8CBAgQIECAAAECBAgQIECg/wIqJECAAAECBAisv4AFxPU3NyIBAgQIDF1A/QQIECBAgAABAgQIECBAgED/BVRIgACBDgtYQOzwzTN1AgQIECBAgACB9RUwGgECBAgQIECAAAECBAgQINB/ARWORhYQ/VdAgAABAgQIECBAgAABAn0XUB8BAgQIECBAgAABAgQIrELAAuIqsHSdJwFzIUCAAAECBAgQIECAAAECBPovoEICBAgQIECAAIGNELCAuBHqxiRAgMCQBdROgAABAgQIECBAgAABAgQI9F9AhQQIECDQaQELiJ2+fSZPgAABAgQIEFg/ASMRIECAAAECBAgQIECAAAEC/RdQIYESsIBYCpIAAQIECBAgQIAAAQL9FVAZAQIECBAgQIAAAQIECBBYlYAFxFVxzUtn8yBAgAABAgQIECBAgAABAgT6L6BCAgQIECBAgAABAhsjYAFxY9yNSoDAUAXUTYAAAQIECBAgQIAAAQIECPRfQIUECBAgQKDjAhYQO34DTZ8AAQIECBBYHwGjECBAgAABAgQIECBAgAABAv0XUCEBAosCFhAXHbwSIECAAAECBAgQINBPAVURIECAAAECBAgQIECAAAECqxTo4ALiKivUnQABAgQIECBAgAABAgQIEOiggCkTIECAAAECBAgQILBRAhYQN0reuASGKKBmAgQIECBAgAABAgQIECBAoP8CKiRAgAABAgQ6L2ABsfO3UAEECBAgQGDtBYxAgAABAgQIECBAgAABAgQI9F9AhQQIEFgSsIC4JGFLgAABAgQIECBAoH8CKiJAgAABAgQIECBAgAABAgT6LzDzCi0gzpzUBQkQIECAAAECBAgQIECAwK4KOJ8AAQIECBAgQIAAAQIbJ2ABcePsjTw0AfUSIECAAAECBAgQIECAAAEC/RdQIQECBAgQIECgBwIWEHtwE5VAgAABAmsr4OoECBAgQIAAAQIECBAgQIBA/wVUSIAAAQK3ClhAvNXCHgECBAgQIECAQL8EVEOAAAECBAgQIECAAAECBAj0X0CFayBgAXENUF2SAAECBAgQIECAAAECBHZFwLkECBAgQIAAAQIECBAgsJECFhA3Un9IY6uVAAECBAgQIECAAAECBAgQ6L+ACgkQIECAAAECBHohYAGxF7dREQQIEFg7AVcmQIAAAQIECBAgQIAAAQIE+i+gQgIECBAgMClgAXFSwz4BAgQIECBAoD8CKiFAgAABAgQIECBAgAABAgT6L6BCAmsiYAFxTVhdlAABAgQIECBAgAABAjsr4DwCBAgQIECAAAECBAgQILCxAhYQ18PfGAQIECBAgAABAgQIECBAgED/BVRIgAABAgQIECBAoCcCFhB7ciOVQYDA2gi4KgECBAgQIECAAAECBAgQINB/ARUSIECAAAEC0wIWEKc9HBEgQIAAAQL9EFAFAQIECBAgQIAAAQIECBAg0H8BFRIgsEYCFhDXCNZlCRAgQIAAAQIECBDYGQHnECBAgAABAgQIECBAgAABAhstsPYLiBtdofEJECBAgAABAgQIECBAgACBtRcwAgECBAgQIECAAAECvRGwgNibW6kQArMXcEUCBAgQIECAAAECBAgQIECg/wIqJECAAAECBAg0BSwgNkUcEyBAgACB7guogAABAgQIECBAgAABAgQIEOi/gAoJECCwZgIWENeM1oUJECBAgAABAgQIrFZAfwIECBAgQIAAAQIECBAgQKD/AvNfoQXE+b9HZkiAAAECBAgQIECAAAEC8y5gfgQIECBAgAABAgQIEOiRgAXEHt1MpcxWwNUIECBAgAABAgQIECBAgACB/guokAABAgQIECBAYHsBC4jbm2ghQIAAgW4LmD0BAgQIECBAgAABAgQIECDQfwEVEiBAgMAaClhAXENclyZAgAABAgQIEFiNgL4ECBAgQIAAAQIECBAgQIBA/wVU2AUBC4hduEvmSIAAAQIECBAgQIAAgXkWMDcCBAgQIECAAAECBAgQ6JWABcRe3c7ZFeNKBAgQIECAAAECBAgQIECAQP8FVEiAAAECBAgQIECgTcACYpuKNgIECHRXwMwJEFg/gb0z1M8mX5J8e/LDyW3JLye/lrzplqz9aqv3qk/1rXPq3LpGugkCBAgQIECAAAECBAisSkBnAgQIECCwpgIWENeU18UJECBAgACBHgl8f2o5JvmO5BeTVyXflXx58ujkgcm7J/dI3i656Zas/Wqr96pP9a1z6ty6Rl3rHaPRqK5dY+Q0QYAAAQIECBAgQIAAAQIECPRTQFUEuiFgAbEb98ksCRAgQIAAgY0RuGOGfWayPjn4hWxPTT42eefkrKKuVdesa9cYNVaNWWPPagzXIUBgLQVcmwABAgQIECBAgAABAgQI9EzAAmLLDdVEgAABAgQIDF5gvwi8KXl98neT9cnBbNYlaqwas8auOdRc1mVggxAgQIAAgaEJqJcAAQIECBAgQIAAgXYBC4jtLloJEOimgFkTIEBgVwW25gJnJ/8q+ZRkfQ1pNtvHbrvtNjrooINGxx9//OiUU04ZnXfeeaPPfOYzoy996Uujr371q6ObbrppIWu/2uq96lN965w6t66x/ZXHLTV2zaHmUnM6YPyOHQIECBAgQIAAAQLDFlA9AQIECBAgsMYCFhDXGNjlCRAgQIAAgZUIbHifvTOD05OXJA9PtsbWrVtHr3jFK0aXXXbZ6IYbbhhdeOGFo9e97nWjY489dnTooYeO9t1339Gee+45uv3tbz/atGnTQtZ+tdV71af61jl1bl2jrlXXrGu3DrrYeHg2FydrjjXX7AoCBAgQIECAAAECBAgQINA1AfMlQKArAhYQu3KnzJMAAQIECBBYK4Hn58KfTx6V3C42b968sGh41VVXjS655JLRC1/4wtGWLVu267ezDXWtumZdu8aoxcQacwfXqznWXGvOO+iimcA6CxiOAAECBAgQIECAAAECBAgQ6J3AdguIvatQQQQIECBAgACBdoH7pPnDyVclNyWnor5i9D3vec/oyiuvXFg03Hvvtf/gX41Ri4k1Zo1dc5ia1OJBzbXm/OEcVg3ZCAIECBAgsHoBZxAgQIAAAQIECBAgQGBHAhYQdySjnUD3BMyYAAECBFYucEy6fix5YHIq6qtE3/e+9y18PekRRxwx9d56HtTY9TWnNZeaU8vYNfeqoWppeVsTAQIECBAgQIBATwWURYAAAQIECBBYcwELiGtObAACBAgQIHBbAt5fZ4GTMt6pyfokXzaLsccee4xOPfXUha8pPeywwxYb5+C15lJfb1pzqzk2plQ1VC1VU+MthwQIECBAgAABAgQIECAwXwJmQ4AAge4IWEDszr0yUwIECBAgQGDXBL4lp5+dPC45FUcdddToc5/73OiYY+b3w3w1t5pjzXVq8osHVVPVVjUutnhdHwGjECBAgAABAgQIECBAgAABAv0XGGCFFhAHeNOVTIAAAQIEBijwnan5guThyamoT/adfvrpoz333HOqfR4Pao4115pzy/yqtqqxam15WxMBAgQITArYJ0CAAAECBAgQIECAAIEdC1hA3LGNd7olYLYECBAgQGBHArWgdm7erN8MzGYxNm/ePLrsssvm+lOHizPd/rU+jVhzrxoa71aNVWvV3HjLIQECBAgQIECgFwKKIECAAAECBAgQWAcBC4jrgGwIAgQIEFhOwHsE1lSgvtKzvtpz/8lRDj744NHFF1882rJly2Rzp/Zr7lVD1dKYeNVaNVftjbccEiBAgAABAgQIECBAYKMEjEuAAAECXRKwgNilu2WuBAgQIECAwGoF3pkT6lN52SzGIx/5yNEFF1zQia8sXZzxjl/rK02rlqqp0atqrtobzTM+dDkCBAgQIECAAAECBAgQIECg/wIqHKSABcRB3nZFEyBAgACBQQiclCrrdwGzWYxaaDvnnHNGmzZtWmzoweumTZtGVVPV1iinai+DRrNDAgQIjEYMCBAgQIAAAQIECBAgQIDAcgIWEJfT6c57ZkqAAAECBAhMCxyTw+OS46iv+jz77Ppmz3FTr3aqtqqxUVQZlEWj2SEBAgQIECDQUQHTJkCAAAECBAgQILAuAhYQ14XZIAQIENiRgHYCBNZA4D655inJcWzevHl05pln9uqTh+PibtnZtGnTQo1V6y1NS5uyKJOlY1sCBAgQIECAAAECBNZdwIAECBAgQKBbAhYQu3W/zJYAAQIECBC4bYHXp8vUd5S+7W1vm/1vHmaQeYs999xzVLU25lUWZdJodkiAAAECBAgQIECAAAECBAjcpoAOBAYqYAFxoDde2QQIECBAoKcCz09dBybHceqpp462bNkyPu77TtVaNTfqLJOyaTQ7JDBMAVUTIECAAAECBAgQIECAAAECywv0YQFx+Qq9S4AAAQIECAxFYO8UemJyHEcdddTomGOG9xOAVXPVPoZY3CmbMlo88kqAAAECBLonYMYECBAgQIAAAQIECKyTgAXEdYI2DAECbQLaCBAgMFOBl+Vq9XWd2YxGe+yxx+i1r33twv4QX6r2MpiovWzKaKLJLgECBAgQIECAAIH1EDAGAQIECBAg0DUBC4hdu2PmS4AAAQIE5kFg/uZwQKZ0VHIcJ5544qh+E3DcMLCdqr0MGmWX0dZGm0MCBAgQIECAAAECBAgQINAuoJUAgcEKWEAc7K1XOAECBAgQ6JXAcyer2bp16yC/unTSoPbrq0zLovYn8nkT+3YHKKBkAgQIECBAgAABAgQIECBAoP8Cu1qhBcRdFXQ+AQIECBAgsNEC+2UChyfHccIJJ4z3h77TYlFWZTZ0GvUTIECgawLmS4AAAQIECBAgQIAAgXUTsIC4btQGItAUcEyAAAECMxI4dvI6Bx100Oiwww6bbBr0flmUSQNhyqzxnkMCBAgQIECAAIGZCrgYAQIECBAgQKB7AhYQu3fPzJgAAQIENlrA+PMkcMdM5snJcTzzmc8c79tZFGgxKbOyW+zglQABAgQIECBAgAABAgS2F9BCgACBAQtYQBzwzVc6AQIECBDogcATUsOm5EJs3rx5dMQRRyzse7lVoEzK5taWUZmV3UTTMHZVSYAAAQIECBAgQIAAAQIECPRfQIW7LmABcdcNXYEAAQIECBDYOIHHTA599NFHTx7anxBosZmym+hqlwABAvMoYE4ECBAgQIAAAQIECBAgsI4CFhDXEdtQkwL2CRAgQIDALgt8f65wYHIcRx555HjfzrRAi03ZleGgBODUAAAQAElEQVR0R0cECBAgQIAAgZkKuBgBAgQIECBAgEAXBSwgdvGumTMBAgQ2UsDYBOZH4OGTU9m6deto7733nmyyPyFQNmU00VS7U4bVIAkQIECAAAECBAgQILAg4IUAAQIEBi1gAXHQt1/xBAgQIECg0wIPmZz9wx9uLWzSo22/xWjKsO0cbQQIECBAgAABAgQIECBAgEC3BMyWwCwELCDOQtE1CBAgQIAAgY0QeODkoIcccsjkof0WgRajKcOWUzQRIDAfAmZBgAABAgQIECBAgAABAgTWVcAC4rpyLw1mS4AAAQIECOyiQH1X6Z2XrrHbbruNtmzZsnRouwOBMiqribfLsCwnmuwSIECAAAECsxNwJQIECBAgQIAAAQLdFLCA2M37ZtYECGyUgHEJEJgXgftOTmS//fabPLS/jECL1ZTlMqd6iwABAgQIECBAgMBwBFRKgAABAgQGLmABceD/ASifAAECBAh0VGDfyXnf+973njxs3de4KNBiNWW52MsrAQIECBAgQIAAAQIECBDopoBZEyAwGwELiLNxdBUCBAgQIEBgfQXuNjncPvvsM3lofxmBFqspy2VO9RaBjRIwLgECBAgQIECAAAECBAgQILDOAhuwgLjOFRqOAAECBAgQ6KPAD04Wdde73nXy0P4yAi1WU5bLnOotAgQIECCwSgHdCRAgQIAAAQIECBDoqoAFxK7eOfMmsBECxiRAgMD8CHzP5FTucpe7TB7aX0agxWrKcplTvUWAAAECBAgQIDAUAXUSIECAAAECgxewgDj4/wQAECBAgMAQBHpY4x6TNe25556Th/aXEWixmrJc5lRvESBAgAABAgQIECBAgMCcC5geAQIEZiVgAXFWkq5DgAABAgQIrKfAbpOD7b777pOH9pcRaLGaslzmVG9tjIBRCRAgQIAAAQIECBAgQIAAgf4LzF2FFhDn7paYEAECBAgQILACgW+d7HO7291u8tD+MgItVlOWy5zqLQIECBBYlYDOBAgQIECAAAECBAgQ6K6ABcTu3jszX28B4xEgQIAAAQIECBAgQIAAAQL9F1AhAQIECBAgQIDAyAKi/wgIECBAoPcCCuylwDcmq/r6178+eWh/GYEWqynLZU71FgECBAgQIECAAAECBOZawOQIECBAYHYCFhBnZ+lKBAgQIECAwPoJ3Dg51A033DB5aH8ZgRarKctlTt2It4xJgAABAgQIECBAgAABAgQI9F9AhXMoYAFxDm+KKREgQIAAAQK3KXD9ZI/rrrtu8tD+MgItVlOWy5zqLQIECKxCQFcCBAgQIECAAAECBAgQ6LKABcQu3731nLuxCBAgQIDAfAn86+R0/vmf/3ny0P4yAi1WU5bLnOotAgQIECBAYAgCaiRAgAABAgQIECAQAQuIQRAECBDos4DaCPRU4B8m67rmmmsmD+0vI9BiNWW5zKneIkCAAAECBAgQIEBgjgVMjQABAgQIzFLAAuIsNV2LAAECBAgQWC+BqyYHuvLKKycP+7K/JnW0WE1ZrsmgLkqAAAECBAgQIECAAAECBAjsSEA7gbkUsIA4l7fFpAgQIECAAIHbEPjs5Puf/OQnJw/tLyPQYjVlucyp3iJAYMUCOhIgQIAAAQIECBAgQIAAgW4LWEBcyf3ThwABAgQIEJg3gY9PTuiKK66YPLS/jECL1ZTlMqd6iwABAgQI9F9AhQQIECBAgAABAgQILAhYQFxg8EKAQF8F1EWAQG8Frk5l/5JciBtvvHF0+eWXL+x72bFAGZXVRI8yLMuJJrsECBAgQIAAAQIEuidgxgQIECBAgMBsBSwgztbT1QgQIECAAIHZCKzkKhdPdrrgggsmD+23CLQYTRm2nKKJAAECBAgQIECAAAECBAispYBrEyAwpwIWEOf0xpgWAQIECBAgcJsCH5rs8YEPfGDy0H6LQIvRlGHLKZoI7ISAUwgQIECAAAECBAgQIECAAIGuC9z2AmLXKzR/AgQIECBAoK8CUyuGl1566ejqq30b545udtmUUeP9KcPGew4JECBAYGgC6iVAgAABAgQIECBAgMAtAhYQb4GwIdBHATURIECg5wL/mPo+khzHmWeeOd63My3QYlN2ZTjd0REBAgQIECBAgEDnBEyYAAECBAgQIDBrAQuIsxZ1PQIECBAgsOsCrrBygXdNdj399NMnD+1PCLTYTNlNdLVLgAABAgQIECBAgAABAusjYBQCBAjMrYAFxLm9NSZGgAABAgQIrEDgj9Ln5uRCbNu2bXTWWWct7Hu5VaBMyubWllGZld1Ek93ZCLgKAQIECBAgQIAAAQIECBAg0H+B/ldoAbH/91iFBAgQIECgzwJfSXFvTo7j5JNPHu/bWRRoMSmzslvs4JUAAQIERiMGBAgQIECAAAECBAgQIDAWsIA4prDTNwH1ECBAgMBgBE6drPSiiy4anXvuuZNNg94vizJpIEyZNd5zSIAAAQIECBDolIDJEiBAgAABAgQIzF7AAuLsTV2RAAECBHZNwNkEVitwRU44JzmOV73qVeP9oe+0WJRVmQ2dRv0ECBAgQIAAAQIECGysgNEJECBAYI4FLCDO8c0xNQIECBAgQGDFAq+Z7HnppZeOTjvttMmmQe6XQVk0iv+dxvEMD12KAAECBAgQIECAAAECBAgQ6L+ACocgYAFxCHdZjQQIECBAoP8Cl6bEM5LjeMELXjC67rrrxsdD26nay6BRdxld0mhzSIAAgdGIAQECBAgQIECAAAECBAgQmBCwgDiB0addtRAgQIAAgQEKvCw135xciOuvv370nOc8Z2F/iC9VexlM1F42ZTTRZJcAAQIECBDouoD5EyBAgAABAgQIEFgLAQuIa6HqmgQIENh5AWcSILDzAlfn1Bckx3HGGWcM8qtM66tLq/YxxOJO2ZTR4pFXAgQIECBAgAABAgQ2UsDYBAgQIEBgrgUsIM717TE5AgQIECBAYJUCr07/jyTHceyxx44uv/zy8fHa7czHlavWqrkxmzIpm0azQwIECBAgQIAAAQIECBAgQGB1AnoTGIaABcRh3GdVEiBAgACBIQkcl2Lr6zqzWYwnPvGJg/g9xPrdw6p1serxa1mUybjBDgECDQGHBAgQIECAAAECBAgQIECAwJRALxcQpyp0QIAAAQIECAxN4BMp+GnJcWzbtm105JFHjm6+udbSxs292qnaqsaqtVFYWZRJo9khAQIECBDovoAKCBAgQIAAAQIECBBYGwELiGvj6qoECOycgLMIECAwK4HTcqHXJ8dx4YUXjh71qEeNj/u2U7VVjY26yqAsGs0OCRAgQIAAAQIECGyogMEJECBAgACBORewgDjnN8j0CBAgQIBANwTmcpbHZ1bnJMfx3ve+d3T44Yf36pOI9cnDqqlqGxe6uFO1l8HikVcCBAgQIECAAAECBAgQILDLAi5AgMBQBCwgDuVOq5MAAQIECPRH4P+klO9P3iN5/+TByZ9JPiF5bPJ5yZcmX5P8cvJLyXHUQtshhxzSi99ErN88rFqqpnGBizsfyeaxSUHgtgX0IECAAAECBAgQIECAAAECBPovsMoKLSCuEkx3AgQIECBAYFUCu6X39yR/OHnf5IHJn0rW4tZTsj0u+aLkq5MnJ9+WfE/yvOTFyU8lr01el6wfMKz8Sva/kPxs8vLkh5LvTZ6RPCX528mXJZ+b/MXknZL/lRxHfdXnAx/4wNHll9fp4+ZO7dTcq4aqpTHxy3Jc39X639kKAgQIEOixgNIIECBAgAABAgQIECCwVgIWENdK1nUJrF7AGQQIEOiywPdl8h9M/l3yX5I3JGuxr7Z1XO0fS9uHk+cm35F8U/Kk5G8kfy35jOTPJ49IHpo8IPkjyR9KfldyV+IhObk+lZfNYmzbtm20//77j047rXs/EVhzrrlXDYvVjF+rxsNy9O9JQYAAAQIECBAgMJ8CZkWAAAECBAgQmHsBC4hzf4tMkAABAgTmX8AMI/BPyccn/zpZnzisTx5mdy7iOZlFfSrvkGzrdwGzuTWOPfbY0dFHH92JrzStryytudacb61gvFe1VY0WD8ckdggQIECAAAECBAgQIDBLAdciQIDAcAQsIA7nXquUAAECBAistUAtXP1cBqmvz5z63cG0bVRcmoFfl6yor/Ssub2+DibzjDPOGN3jHveY608j1qcOa44118m537JfNVVtVeMtTTYrEtCJAAECBAgQIECAAAECBAgQ6L+AClctYAFx1WROIECAAAECBG5D4Jy8f4/knyQ3Mup3D49umcDxaTs2WV+xms1iXH/99aP6ZN8BBxwwOvfc+pbVxfaNfq251JxqbjXHxnyqhqqlamq85ZAAAQL9FlAdAQIECBAgQIAAAQIECKydgAXEtbN15dUJ6E2AAAEC/RJY+jTiI1PWdcmNiOdl0GuTbVE/fHi/vFG/GZjNrXHppZeOHvGIR4wOPvjg0VlnnXXrG+u8V2PXHGouNaeW4WvuVUPV0vK2JgIECBAgQIDAXAqYFAECBAgQIECAQAcELCB24CaZIgECBOZbwOwILCvwp3l3n+Q7k+sZF2aw308uF5/Imw9KnpCsT/Jlc2tcdNFFo0c/+tGjffbZZ/TKV75ydPXVV9/65hrt1Rg1Vo1ZY9ccWoaqudaca+5VQ0sXTQQIECBAgAABAgQIEJi1gOsRIECAwJAELCAO6W6rlQABAgQIbIxAfRrxcRm6Po1Y+9ld0/jPXL3tq0vT3BqvTusPJ89Ibhfbtm0bvehFLxrd7W53G9VXidYC3+WXX75dv51tqGvVNevaNUaNVWPu4Ho1x5przXkHXVbRrCsBAgQIECBAgAABAgQIECDQfwEVEtgJAQuIO4HmFAIECBAgQGCnBJY+jVjbnbrACk86Lv2+mFxN1McLa9HxgTmpfsMxm+2jvkq0Fvj233//0e67777wNafPfvazR6eeeuro/PPPH332s58dXXfddaOvfe1ro5tvvnkha7/a6r3qU33rnPp60rpGXauuWdfefsRxS83pgBzVHGuu2RUECAxZQO0ECBAgQIAAAQIECBAgQGAtBSwgrqXuyq+tJwECBAgQGIrAdSm0PolYn0j8cvZnHR/IBd+a3Nm4JCc+Knn/5B8m6+tCs9k+brzxxlF9xehJJ500etrTnjZ66EMfOrrnPe85utOd7jS6wx3uMPqmb/qmhaz9aqv3qk/1rXPq3LrG9lcet9TYNYeaS83p0vE7dggQIECAAIGuCpg3AQIECBAgQIAAgU4IWEDsxG0ySQIE5lfAzAgQ2EmB+k3EfXPuWclZxVdyoScnZxFX5CK/mNwj+azkR5LrFTVWjVlj1xxqLus1tnEIECBAgAABAgQIEGgV0EiAAAECBIYlYAFxWPdbtQQIECBAYJ4E6tOIj86E3pS8Kbmr8bRc4F+TK4uV9apFyZPT9UHJH0gem6zFz3/JdlZR16pr1rVrjBqrxqyxZzWG6xAgQIAAAQIECBAgQIAAx7FGugAAEABJREFUgWEKqJoAgZ0SsIC4U2xOIkCAAAECBGYg8DO5xl8l61N2u/o3ybtynVqEy2bN4h9z5dOS9fWr35vt3ZKPSb40eXqyPjn4d9len/x6sr6CtLL2q63eqz7Vt86pc+sada26Zl27xsipggCB5QS8R4AAAQIECBAgQIAAAQIECKytwK7+Y90sZucaBAgQIECAwLAEfjzlnpN8b3K/5K7Gv+UC9em9bNY1rs5o707+evLnk/XJwc3Zflfy9sn6O6uy9qut3qs+1bfOqXPrGukqCBAgQIDAIAQUSYAAAQIECBAgQIBARwTqH7U6MlXTJEBg/gTMiAABAqsSuEt6/36yftPvkdnOKp6UC/m6zyAIAgQIECBAgAABAmsj4KoECBAgQIDA0AQsIA7tjquXAAECBAiUwPrmpgz34uS1yacl2+LNaXx2crXx9pzwgaQgQIAAAQIECBAgQIAAAQIEmgKOCRAgsJMCFhB3Es5pBAgQIECAwIoE6vcNa+GwvrLzW1rOqMW/rWl/SvLvk6uJL6bzs5KCwKAEFEuAAAECBAgQIECAAAECBAj0X2CjK7SAuNF3wPgECBAgQKCfAj+Vsj6a/IPkDyab8ck0/Gyy+v1lthX/r15WkUen738mBQECBAgQ6IKAORIgQIAAAQIECBAgQKAzAhYQO3OrTHT+BMyIAAECBFoE7pu29yTPTe6fbMaX0vDLyfskq18241jNAuKpOevCpCBAgAABAgQIECCwxgIuT4AAAQIECBAYnoAFxOHdcxUTIECAAIG1EPjuXPTk5MeSRyTb4lVp3Cv5u8m2uLGtsaXtH9L23KQgQIAAAQIECBAgQIAAAQI7FvAOAQIECOy0gAXEnaZzIgECBAgQIHCLwAuyrd85fEa2bfG2NP5wsvr9V7Y7ipV8AvHmnPyE5Er6ppvom4B6CBAgQIAAAQIECBAgQIAAgf4LqHDjBSwgbvw9MAMCBAgQINBVgSdl4lcnX5m8Q7IZ56XhwOQvJK9K3lasZFHwpFzk0qQgQIAAgW4JmC0BAgQIECBAgAABAgQIdEjAAmKHbtZ8TdVsCBAgQGDAAj+Z2i9Ovjl512Qz/jYNRyaX+mV3RbHcpxPrArVYWZ9irH1JgAABAgQIECCwLgIGIUCAAAECBAgQGKKABcQh3nU1EyAwbAHVE9h5gR/Nqe9M/nnygGQzrk/Ds5M/knxHcrWx3G8g3pSLPT75taQgQIAAAQIECBAgQIAAgdsS8D4BAgQIENgFAQuIu4DnVAIECBAgMBCB70qd9dWhn8z2Mcm2+O001qcRq192dypqkfDrOzjzN9N+RXLQoXgCBAgQIECAAAECBAgQIECg/wIqJDAPAhYQ5+EumAMBAgQIEJhfgV/L1K5NHpdsizPSuE/yV5P/mdzVaPsdxM/loi9JCgIECHRVwLwJECBAgAABAgQIECBAgECnBCwg7tTtchIBAgQIEOi9wNGpcFvy1cndks24MA0HJ5f6ZXcmcUPLVer3FP+npV0TAQIECBAgQGCNBVyeAAECBAgQIECAwDAFLCAO876rmsBwBVROgMBtCRySDn+RfHvy7slm1KcBn5DGhyQvSs46/qtxwRfl+FNJQYAAAQIECBAgQIAAgZUL6EmAAAECBAjskoAFxF3iczIBAgQIEOiNwL6p5I+T5ycflGzG/03DrySX+mV3TWJyAbF+c/FVS6PYEiBAgAABAgQIECBAgAABAv0XUCEBAvMhYAFxPu6DWRAgQIAAgY0SuGMG/p3kZ5KPT7bFa9O4V/I1ybWOpd9A/EYGqvnclK0gQKDbAmZPgAABAgQIECBAgAABAgQIdExgJxYQO1ah6RIgQIAAAQI7Enhu3rg2+ZxkW5yZxnsmq99Xsl2PWFpAfGEGq69LzUYQIECAAAECGyNgVAIECBAgQIAAAQIEhipgAXGod17dwxRQNQECBBYFfi6bzybrE4XfkW0zPpyGQ5P1CcDql911i1pAvDSj1acisxEECBAgQIAAAQIECKxawAkECBAgQIAAgV0UsIC4i4BOJ0CAAAEC6yEwozEenOt8KPlHyXskm/H5NDwxWf0uyHYj4t8z6BOSNycFAQIECBAgQIAAAQIECBAYlIBiCRAgMC8CFhDn5U6YBwECBAgQWDuBzbn06cmLkgcnm3FjGp6fvHvy7cmNjBdn8H9ICgJ9EVAHAQIECBAgQIAAAQIECBAg0H+B3lVoAbF3t1RBBAgQIEBgLLB79n4reWXyqGRbvCGNeyV/MzkP8aV5mIQ5ECBAgACB0YgBAQIECBAgQIAAAQIEhitgAXG49354lauYAAECwxI4PuVem/yVZFu8K433Th6X/HJSECBAgAABAgQIEOiHgCoIECBAgAABAgR2WcAC4i4TugABAgQIrLWA669K4LHp/enk65J7JJtxaRoelqx+n8pWECBAgAABAgQIECBAgACBuRAwCQIECBCYHwELiPNzL8yEAAECBAjsisADc/IHk+9I3ivZjGvS8OTkAcnql40gsOYCBiBAgAABAgQIECBAgAABAgT6L6DCHgpYQOzhTVUSAQIECAxKYO9U+9bkR5IPTTbja2l4YbL6vSVbQYAAAQIEViCgCwECBAgQIECAAAECBAgMWcAC4lDuvjoJECBAoG8C35aCTkxelXxisi1+L417JatfNoIAAQIECBAgQKD3AgokQIAAAQIECBAgMAMBC4gzQHQJAgQIrKWAaxNoEXhW2q5NnpBsi7PSeL/kM5P/mhQECBAgQIAAAQIECBAgMOcCpkeAAAECBOZJwALiPN0NcyFAgAABAssLPDpvfzz5huSdks24LA2PSC71y67YQAFDEyBAgAABAgQIECBAgAABAv0XUCGBXgpYQOzlbVUUAQIECPRM4AGp5/3Jdyfvk2zGP6ThqcmfSJ6bFAQIECCwSwJOJkCAAAECBAgQIECAAAECwxYYxgLisO+x6gkQIECguwI/lKm/KXlp8uHJZvx3Gl6avGuy+mUjCBAgQIAAAQIDFlA6AQIECBAgQIAAAQIzEbCAOBNGFyFAYK0EXJfAQAVul7p/I1m/c/iUbNvilDTulfz15E1JQYAAAQIECBAgQIAAgc4KmDgBAgQIECAwXwIWEOfrfpgNAQIECBB4eghq4fBF2bbFn6bx/snq98/ZzmuYFwECBAgQIECAAAECBAgQINB/ARUSINBTAQuIPb2xyiJAgACBzgkcnhn/dfKNyTsnm3FFGh55S9Z+dgUBAgTWQsA1CRAgQIAAAQIECBAgQIAAgf4LLF+hBcTlfbxLgAABAgTWWqA+TVifKjw7A/1Yshn1KcP6tOFSv+b7jgkQIECAAAECiwJeCRAgQIAAAQIECBAgMCMBC4gzgnQZAmsh4JoECPRa4PtT3anJy5M/nWxG/a5h/b5h/c5h/d5h833HBAgQIECAAAECBAj0REAZBAgQIECAAIF5E7CAOG93xHwIECBAoA8Cy9XwzXnzpclrk8ck2+JNaayFw+r339kXBAgQIECAAAECBAgQIECAwPwJmBEBAgR6K2ABsbe3VmEECBAgMIcCtWBYC4cvy9xqITGbqTg3Rz+RfGryC0lBgMC6CxiQAAECBAgQIECAAAECBAgQ6L+ACm9LwALibQl5nwABAgQI7LrAI3KJ+qrS+srS+urSHE7Fx3N0RLL6XZatIECAAAECBFYroD8BAgQIECBAgAABAgQIzEzAAuLMKF1o1gKuR4AAgR4I/FhqODv5Z8n7J5vxr2l4ZvJ+yeqXjSBAgAABAgQIECAwLAHVEiBAgAABAgQIzJ+ABcT5uydmRIAAga4LmP9odOcgvDH518nDk23xyjTW7xz+XraCAAECBAgQIECAAAECBAh0TcB8CRAgQKDHAhYQe3xzlUaAAAECGyLwooxav3P49Gzb4i1p3DtZ/b6WrSAwRwKmQoAAAQIECBAgQIAAAQIECPRfQIUEblvAAuJtG+lBgAABAgRWIvCUdKqFw9/I9nbJZvx5Gg5IPjl5TVIQIECAAIHZCbgSAQIECBAgQIAAAQIECBCYoYAFxBlizvJSrkWAAAECnRF4eGZ6afJNyR9KNuNTaXhscqlfdgUBAgQIECBAgACBRQGvBAgQIECAAAECBOZRwALiPN4VcyJAoMsC5j4cgfuk1Hcn3598QLIZ16XhuOS9k+9KCgIECBAgQIAAAQIECBDoj4BKCBAgQIBArwUsIPb69iqOAAECBNZA4E655huSH08+OtkWv5nGuyarXzaiGwJmSYAAAQIECBAgQIAAAQIECPRfQIUECKxEwALiSpT0IUCAAAECiwInZFO/c/isbNvi7Wm8e/L5yRuTggABAgTWQ8AYBAgQIECAAAECBAgQIECAwEwF5nIBcaYVuhgBAgQIENh1gSfmEp9Pnpj8tmQzLkjDg5NL/bIrCBAgQIAAAQIEbkvA+wQIECBAgAABAgQIzKeABcT5vC9mRaCrAuZNoG8CD01BH0m+NXm3ZDM+k4bHJw9NfjgpCBAgQIAAAQIECBAgMAQBNRIgQIAAAQI9F7CA2PMbrDwCBAgQ2CmBe+WsM5MfTD4w2YyvpOG5yaV+2e16mD8BAgQIECBAgAABAgQIECDQfwEVEiBAYGUCFhBX5qQXAQIECAxDYI+U+brkp5OPS7bFa9K4V/K1SUGAAIGNFzADAgQIECBAgAABAgQIECBAoP8C61yhBcR1BjccAQIECMytwK9kZtcmj0+2xR+n8R7J6vd/sxUECBAgQIAAgV0ScDIBAgQIECBAgAABAgTmVcAC4rzeGfPqooA5EyDQTYGjMu0rk7+V3D3ZjIvS8JDkE5LVLxtBgAABAgQIECBAgMCABZROgAABAgQIEOi9gAXE3t9iBRIgQIDADgQOTnstDp4+Go02Z78Z29JwdLL6XZitIECAAAECBAgQIECAAAECBDotYPIECBAgsFIBC4grldKPAAECBPoiUF9D+kcp5kPJByeb8Z9p+NXkPskzkoIAgXkWMDcCBAgQIECAAAECBAgQIECg/wIqXHcBC4jrTm5AAgQIENggge/IuK9Jfjb5c8m2OCmNeyV/OykIECBAgACBNRRwaQIECBAgQIAAAQIECBCYXwELiPN7b7o2M/MlQIDAPAs8J5O7NvncZFu8I40/knx28t+TggABAgQIECBAgACBdgGtBAgQIECAAAECAxCwgDiAm6xEAgQILC/Q63ePTHWfSf5O8o7JZlychocmq9/fZisIECBAgAABAgQIECBAgEBPBZRFgAABAgRWLmABceVWehIgQIBAdwQelKmen/yT5L7JZlyVhl9IHpisftkIAh0UMGUCBAgQIECAAAECBAgQIECg/wIqJLABAhYQNwDdkAQIECCwZgI/nCu/PfkXyUOSzfivNJyQrH5vy1YQIECAAIENETAoAQIECBAgQIAAAQIECBCYZwELiLO5O65CgAABAhsrsFuGf3Xy75JHJ9vid9O4V7L6ZcR0Kb4AABAASURBVCMIECBAgAABAgQIrFrACQQIECBAgAABAgQGIWABcRC3WZEECOxYwDs9EDguNVyb/LVkW7w7jfdJ/nLyS0lBgAABAgQIECBAgAABAoMTUDABAgQIECCwGgELiKvR0pcAAQIE5kngMZnMJ5MnJb8r2Yy/TMNPJZf6ZVf0SkAxBAgQIECAAAECBAgQIECAQP8FVEiAwIYIWEDcEHaDEiBAgMAuCByQc/88+c7kjyabUZ9GfEoatyY/kBQECBAgMGcCpkOAAAECBAgQIECAAAECBAjMt8AsFhDnu0KzI0CAAIG+CNw1hbw5eXHyJ5PN+HoaXpxc6pddQYAAAQIECBAgMEMBlyJAgAABAgQIECBAYCACFhAHcqOVSaBdQCuBTgjcIbN8ZfLq5JOSbfHGNO6VfEVSECBAgAABAgQIECBAgMCUgAMCBAgQIECAwOoELCCuzktvAgQIEFhfgWdkuPpK0hdk2xbnpPHHk9XvX7IdTqiUAAECBAgQIECAAAECBAgQ6L+ACgkQILBBAhYQNwjesAQIECCwrMARefdjyZOT351sxuVp+Onko5J/kxQECBDojICJEiBAgAABAgQIECBAgAABAv0X6HqFFhC7fgfNnwABAv0S2D/lvC/5nuR9k834xzQcm1zql11BgAABAgQIEFgXAYMQIECAAAECBAgQIEBgMAIWEAdzqxW6vYAWAgTmSOAHM5c/SH40eViyGf+Thpcl63cOT8tWECBAgAABAgQIECBAYIUCuhEgQIAAAQIECKxWwALiasX0J0CAAIFZCnxLLvbyZP3O4S9m2xa1YFgLh9Xv/1vo4IUAAQIECBAgQIAAAQIECBDov4AKCRAgQGDDBCwgbhi9gQkQIDB4gadFoBYOX5LtpmQz/iwNW5L1laX/lK0gQKAHAkogQIAAAQIECBAgQIAAAQIE+i+gwu4LWEDs/j1UAQECBLom8DOZ8BXJ30/eJdmMv0nD4cnq91fZCgIECBAgQGDjBcyAAAECBAgQIECAAAECBAYkYAFxQDd7ulRHBAgQWHeB/TLie2/JH8+2GV9Mwy8l673ql11BgAABAgQIECBAgMCuCTibAAECBAgQIECAwOoFLCCu3swZBAgQ2FiB7o1enzI8JdOuTxPWpwqzu138Rlr2StanErMRBAgQIECAAAECBAgQIEBg4ALKJ0CAAAECGyhgAXED8Q1NgACBngvUM6Z+37B+57B+x7Ct3D9MYy0cVr9vZF8Q6LWA4ggQIECAAAECBAgQIECAAIH+C6iQQB8E6h93+1CHGggQIEBgvgSemunUwuHLs/2WZDPen4YHJH8x+fdJQYAAAQIE5lnA3AgQIECAAAECBAgQIECAwKAEBrqAOKh7rFgCBAisp8BhGeyjydOSP5BsxifS8LPJpX7ZFQQIECBAgAABAgTWSsB1CRAgQIAAAQIECBDYGQELiDuj5hwCBDZOwMjzKnC/TOys5PuS+yeb8W9peFbyvsn3JAUBAgQIECBAgAABAgQIENixgHcIECBAgACBDRWwgLih/AYnQIBA5wW+JxWcnPyb5KOSbfGqNN41Wf2yEUMVUDcBAgQIECBAgAABAgQIECDQfwEVEiDQDwELiP24j6ogQIDARgi8MIPW7xw+I9u2eGsa75Z8QfK/koIAAQIEuilg1gQIECBAgAABAgQIECBAgED/BaYqtIA4xeGAAAECBFYg8KT0uTr5iuTtk804Lw0HJpf6ZVcQIECAAAECBAisv4ARCRAgQIAAAQIECBAgsHMCFhB3zs1ZBDZGwKgENlbgYRn+kuSbk/WVpNlMxadz9LjkTyYvTgoCBAgQIECAAAECBAgQ2BkB5xAgQIAAAQIENljAAuIG3wDDEyBAoAMCP5o5vjP5geTWZDOuT8Ozk0v9siuaAo4JECBAgAABAgQIECBAgACB/guokAABAn0RsIDYlzupDgIECMxeYM9c8vXJTyYfk2yL30rjXsmTkoIAAQJ9FFATAQIECBAgQIAAAQIECBAg0H8BFTYELCA2QBwSIECAwILAr+X12uQvJ9vijDRuTla/G7IVBAgQIECAAIE5EzAdAgQIECBAgAABAgQIENhZAQuIOyvnvPUXMCIBAush8PMZ5O+Sr05+e7IZH0rDQcmjk9UvG0GAAAECBAgQIECAAIEZCrgUAQIECBAgQIDAhgtYQNzwW2ACBAgQmAuBQzKLDyfflvzhZDM+l4YnJKvfX2S7qtCZAAECBAgQIECAAAECBAgQ6L+ACgkQIECgPwIWEPtzL1VCgACBnRG4Z076k+T5yQOTzfiPNDwvuW/yj5OCAIFhCaiWAAECBAgQIECAAAECBAgQ6L+ACglsJ2ABcTsSDQQIEBiEwB1T5WuTf5s8MtkW9f5eeeN3koIAAQIECBDolIDJEiBAgAABAgQIECBAgACBnRewgLjzdut7ptEIECAwO4H6ROG1udyzk21Rn0isTyY+N2/WJxCzEQQIECBAgAABAgQIrIuAQQgQIECAAAECBAjMgYAFxDm4CaZAgEC/Beaoup/LXD6X/O3kdySb8eE0HJKsfp/NVhAgQIAAAQIECBAgQIAAAQIrFNCNAAECBAj0ScACYp/uploIECDQLnBQmj+U/KPkPslm/F0afj754GT1y0YQIDAajSAQIECAAAECBAgQIECAAAEC/RdQIQECLQIWEFtQNBEgQKAnAptTxxnJC5MHJ5txYxp+LVn9Ts9WECBAgACBnggogwABAgQIECBAgAABAgQIENgVgW4sIO5Khc4lQIDA8AT+d0r+reSVySck2+L1adwrWf2yEQQIECBAgAABAgTmQMAUCBAgQIAAAQIECBCYCwELiHNxG0yCQH8FVLbuAs/OiNcmfyXZFu9M448mj09+OSkIECBAgAABAgQIECBAgMAuC7gAAQIECBAg0C8BC4j9up+qIUBguAKPS+mfTr42+Z3JZlyShocll/plVxBYVsCbBAgQIECAAAECBAgQIECAQP8FVEiAAIFWAQuIrSwaCRAg0BmBAzPT85JnJu+VbMbVaXhS8oHJDyYFAQIECPReQIEECBAgQIAAAQIECBAgQIBA/wXWtkILiGvr6+oECBBYK4G75cJvTX44eWiyGV9NwwuTS/2yKwgQIECAAAECBOZawOQIECBAgAABAgQIECAwJwIWEOfkRphGPwVURWANBL4913xV8vPJJybb4uQ07pU8MSkIECBAgAABAgQIECBAYI0FXJ4AAQIECBAg0DcBC4h9u6PqIUCgzwLPSnHXJJ+fbIuz0ni/ZPX7t2zFzgs4kwABAgQIECBAgAABAgQIEOi/gAoJECBAYAcCFhB3AKOZAAECcyTws5nLJ5JvSN4p2YyPpuGw5KOTH08KAgQIDFhA6QQIECBAgAABAgQIECBAgED/BVS41gIWENda2PUJECCw8wIPyKnvT74ree9kM/4hDU9NLvXLriBAgAABAgQIdFTAtAkQIECAAAECBAgQIEBgbgQsIM7NrejfRFREgMBOC9TvF/5hzr40+fBkM76Rhpckq9+bshUECBAgQIAAAQIECBDYMAEDEyBAgAABAgQI9E/AAmL/7qmKCBDorsDtMvXfSNbvHD4527Y4JY21cFj9bs7+WoRrEiBAgAABAgQIECBAgAABAv0XUCEBAgQIENihgAXEHdJ4gwABAusq8EsZ7drki5Jt8d407pd8evKLSUGAAIEWAU0ECBAgQIAAAQIECBAgQIBA/wVUSGDtBSwgrr2xEQgQILCcwOF582+Sv5e8c7IZV6ThZ5LV76+zFQQIECBAgEAfBdREgAABAgQIECBAgAABAgTmSMAC4hrdDJclQIDAbQhsyft/ljw7eb9kM/4pDU9L3j9Z/bIRBAgQIECAAAECBAjMm4D5ECBAgAABAgQIEOijgAXEPt5VNREgsCsCa33u92eA05KXJR+RbMZNaXh5cq/kqUlBgAABAgQIECBAgAABAgQIzF7AFQkQIECAAIFlBCwgLoPjLQIECMxQ4H/lWi9L1u8cPjXbtviDNNbCYfX7n+wLAgRWJaAzAQIECBAgQIAAAQIECBAg0H8BFRIgsB4CFhDXQ9kYBAgMXeDYANTC4Uuz/eZkM96Xhv2TxyS/kBQECBAgQGBYAqolQIAAAQIECBAgQIAAAQIE5kpgTRYQ56pCkyFAgMDGCfx0hr48eUry+5LN+Fgajkgu9cuuIECAAAECBAgQINAdATMlQIAAAQIECBAgQKCfAhYQ+3lfVUVgZwWcNxuBH89lzkn+afL+yWb8Sxqekfyx5NlJQYAAAQIECBAgQIAAAQIE1lPAWAQIECBAgACBZQUsIC7L400CBAisSuB70/uNySuSj0y2xSvTeNdk9ctGEJiVgOsQIECAAAECBAgQIECAAAEC/RdQIQECBNZHwALi+jgbhQCBfgtsSnkvTtbvHD4927Z4cxpr4fBF2X4tKQgQIECAwKKAVwIECBAgQIAAAQIECBAgQKD/Ah2r0AJix26Y6RIgMHcCT8mMrkn+evJbk8348zQckKx+tcCYXUGAAAECBAgQINAHATUQIECAAAECBAgQIECgrwIWEPt6Z9W1MwLOIbAagZ9K579Mvin5Q8lmfDINj0k+PHlpUhAgQIAAAQIECBAgQIDAfAiYBQECBAgQIECAwG0IWEC8DSBvEyBAoCFwnxy/O3lu8ieSzbguDccll/plV6y9gBEIECBAgAABAgQIECBAgACB/guokAABAgTWS8AC4npJG4cAga4LfHcK+N3kx5OPTrbFq9O4V/INSUGAAAECKxHQhwABAgQIECBAgAABAgQIEOi/gAo7J2ABsXO3zIQJENgAgRMyZv1+4TOzbYu3p/GHk9Xv/2UrCBAgQIAAAQK9F1AgAQIECBAgQIAAAQIECPRXwAJif+/taivTnwCB7QV+IU1XJU9M3iHZjPPT8KDkE5PVLxtBgAABAgQIECBAgACBuRYwOQIECBAgQIAAAQK3KWAB8TaJdCBAYIACD03NFyffktw72YzPpOHxyer3kWw3OAxPgAABAgQIECBAgAABAgQI9F9AhQQIECBAYP0ELCCun7WRCBCYf4EfyRTfkfxg8oBkM/49Dc9J3it5ZlIQIEBg1wScTYAAAQIECBAgQIAAAQIECPRfQIUEOihgAbGDN82UCRCYucAeueJJyU8lH5tsi9ekca/k65KCAAECBAgQGLiA8gkQIECAAAECBAgQIECAQJ8FLCAu3l2vBAgMV+BXU/q1yeOSbfFHabxH8leS/5kUBAgQIECAAAECBAh0V8DMCRAgQIAAAQIECBBYgYAFxBUg6UKAwDwL7PTcjsqZ25K/mdw92YyL0nBwsvpdma0gQIAAAQIECBAgQIAAAQIENkzAwAQIECBAgMB6ClhAXE9tYxEgMA8CD8kkanHw9GzvnmxGLRbWomEtHla/5vuOCRCYlYDrECBAgAABAgQIECBAgAABAv0XUCEgenK7AAAQAElEQVQBAp0UsIDYydtm0gQI7IRAfQ3pH+e8C5IPTjajvp60vqa0+tXXljbfd0yAAAECBAjcImBDgAABAgQIECBAgAABAgQI9FugFhD7XaHqCBAYusD/CcBrkp9NPj7ZFq9L417J6peNIECAAAECBAgQINBLAUURIECAAAECBAgQIEBgRQIWEFfEpBOBeRUwr9sQeG7evzZZ22y2izPTcq/kc5L/nhQECBAgQIAAAQIECBAgQGAOBUyJAAECBAgQILC+AhYQ19fbaAQIrI9AfdLwMxmqPlFYn0DM7lR8JEcPTS71y64gsM4ChiNAgAABAgQIECBAgAABAgT6L6BCAgQIdFTAAmJHb5xpEyDQKlC/bVi/cVi/dbhvS4/Pp+2JyQclz08KAgQIECCwagEnECBAgAABAgQIECBAgAABAv0XGHqFFhCH/l+A+gn0Q+DuKePtyYuSD0k24/+l4YTkUr/sCgIECBAgQIAAgYEJKJcAAQIECBAgQIAAAQIEVihgAXGFULrNo4A5ERjtHoPfTG5LHp1sizekca/kq5OCAAECBAgQIECAAAECBDonYMIECBAgQIAAAQLrLWABcb3FjUeAwKwEjsuFrkn+arIt3p3G+ySr33XZinkSMBcCBAgQIECAAAECBAgQIECg/wIqJECAAIHOClhA7OytM3ECgxV4bCr/VPKk5Hclm3FpGh6efEzyk0lBgAABAjMUcCkCBAgQIECAAAECBAgQIECg/wIqJGAB0X8DBAh0ReCATPTPk+9I/kiyGdem4SnJpX7ZFQQIECBAgAABArcI2BAgQIAAAQIECBAgQIAAgRULWEBcMdW8dTQfAoMR2DuVviV5cfInk834WhpelLxr8s1JQYAAAQIECBAgQIAAgR4JKIUAAQIECBAgQIDA+gtYQFx/cyMSILAygTuk2yuTVyV/IdkWb0zjXsnql01HwjQJECBAgAABAgQIECBAgACB/guokAABAgQIdFjAAmKHb56pE+ixwDNTW30l6QuybYuz0/hjyWck/zUpCBAgsC4CBiFAgAABAgQIECBAgAABAgT6L6BCAgRGIwuI/isgQGCeBI7IZD6e/N3kdyebcXkaHpGsfh/LVhAgQIAAAQIEViKgDwECBAgQIECAAAECBAgQILAKgY4uIK6iQl0JEOiCwE9kkucm35O8T7IZX0jDMcn9k9UvG0GAAAECBAgQIECAQP8FVEiAAAECBAgQIECAwEYIWEDcCHVjEhiywHTtP5jDNyX/MvlTyWb8Txpemtwr+QdJQYAAAQIECBAgQIAAAQIECHRBwBwJECBAgACBTgtYQOz07TN5Ap0V+NbM/NeT9TuHT8m2LU5NYy0cVr+bsi8IENhgAcMTIECAAAECBAgQIECAAAEC/RdQIQECBErAAmIpSAIE1lPg6RmsFg5fnO2mZDP+NA33Tz4t+U9JQYAAAQIECOyagLMJECBAgAABAgQIECBAgACB/gvMtEILiDPldDECBJYReGTeuyL5xuT3Jpvx12k4PLnUL7uCAAECBAgQIECAwJAF1E6AAAECBAgQIECAAIGNEbCAuDHuRh2qwDDrrk8T1qcKz0n5P55sxhfTUJ9K3C/b9yYFAQIECBAgQIAAAQIECBDotoDZEyBAgAABAgQ6LmABseM30PQJzLHA92VupyQvT/50shk3p+E3kvU7h9Uvu4LA/AqYGQECBAgQIECAAAECBAgQINB/ARUSIECAwKKABcRFB68ECMxO4JtzqZcm63cOj822Ld6Uxlo4fEm230gKAgQIECCwVgKuS4AAAQIECBAgQIAAAQIECPRfQIUzFrCAOGNQlyMwcIGnpv5rki9L/q9kM96fhgckq98/ZCsIECBAgAABAgQI7EBAMwECBAgQIECAAAECBAhslIAFxI2SH+K4au6zwCNS3GXJ05I/kGzGx9Pw6ORhyY8mBQECBAgQIECAAAECBAj0VUBdBAgQIECAAAECnRewgNj5W6gAAhsqcL+Mflbyz5Jbks34tzQ8K7nUL7uiiwLmTIAAAQIECBAgQIAAAQIECPRfQIUECBAgQGBJwALikoQtAQKrEbhzOv9e8m+Sj0q2xYlprN85PDlbQYAAAQIbI2BUAgQIECBAgAABAgQIECBAoP8CKiQwcwELiDMndUECvRd4YSq8NvlLybZ4axr3Tla/r2YrCBAgQIAAAQIEVi3gBAIECBAgQIAAAQIECBAgsHECFhDXy944BLov8OSUcE3yFcnbJZvxwTQ8MPmkZPXLRhAgQIAAAQIECBAgQGBgAsolQIAAAQIECBAg0AMBC4g9uIlKILDGAg/L9S9N/mGyvpI0m6n4dI4el6x+l2Tbu1AQAQIECBAgQIAAAQIECBAg0H8BFRIgQIAAAQK3ClhAvNXCHgEC0wL3zuG7kh9IPiDZjC+n4fjkjybfmRQECBCYNwHzIUCAAAECBAgQIECAAAECBPovoEICBNZAwALiGqC6JIGOC+yZ+b8h+Ynkzybb4rfSWJ9GfH22ggABAgQIECAwYwGXI0CAAAECBAgQIECAAAECBDZSYH0WEDeyQmMTILAageen87XJZyXb4vQ0bk7+WvLGpCBAgAABAgQIECBAgMCtAvYIECBAgAABAgQIEOiFgAXEXtxGRRDYZYGfzxU+n3xV8tuT47hl50PZPjhZ/f4uW0GAAAECBAgQIECAAAECBAj0SEApBAgQIECAAIFJAQuIkxr2CQxP4NCU/OHk25J3Szbjs2n4ueQhyeqXjSBAoCMCpkmAAAECBAgQIECAAAECBAj0X0CFBAgQWBMBC4hrwuqiBOZe4J6Z4ZnJ85IHJpvxH2l4brL6/Um2ggABAgQIEFg3AQMRIECAAAECBAgQIECAAAEC/ReY7wotIM73/TE7ArMW+M5c8LXJv00+LtkWv5PGvZLVLxtBgAABAgQIECBAgMCKBHQiQIAAAQIECBAgQIBATwQsIPbkRipjbQR6dtVfST3XJp+dbIs/TuO+yecl6xOI2QgCBAgQIECAAAECBAgQINB/ARUSIECAAAECBAhMC1hAnPZwRKCPAk9IUZ9L/lbyfyeb8RdpqN84XOqXQ0Gg8wIKIECAAAECBAgQIECAAAECBPovoEICBAgQWCMBC4hrBOuyBOZA4ODM4cLkGcl9ks3YloajkwclP5QUBAgQIEBgDgRMgQABAgQIECBAgAABAgQIEOi/gArnXcAC4rzfIfMjsHqBWiysRcNaFKzFweYVbkjDryWX+mVXECBAgAABAgQIENhFAacTIECAAAECBAgQIECAQG8ELCD25lbOvhBX7JzAd2TGv52sryutryPN7nZxUlr2StbXmWYjCBAgQIAAAQIECBAgQGDoAuonQIAAAQIECBAg0BSwgNgUcUygmwLPzrSvST4v2RbvTOOPJqvf9dmKfguojgABAgQIECBAgAABAgQIEOi/gAoJECBAgMCaCVhAXDNaFyawLgJHZpS/Tb42+Z3JZlychp9MPi756aQgQIAAgbkWMDkCBAgQIECAAAECBAgQIECg/wIqJDD/AhYQ5/8emSGBNoED03he8k+S90w24+o0PCm51C+7ggABAgQIECBAYM0EXJgAAQIECBAgQIAAAQIECPRIwALiDm6mZgJzKvDDmdfbkh9OHppsxn+l4QXJuyXfmhQECBAgQIAAAQIECBAgsIyAtwgQIECAAAECBAgQ2F7AAuL2JloIzKPAt2dSr0r+XfLnk21xchr3Sla/bAYbCidAgAABAgQIECBAgAABAgT6L6BCAgQIECBAYA0FLCCuIa5LE5iRwC/nOtcmn59si/ek8b7JZyW/lBQECBDoqIBpEyBAgAABAgQIECBAgAABAv0XUCEBAl0QsIDYhbtkjkMV+NkU/snk65N7Jpvx0TT8VLL6fSJbQYAAAQIECBDYGAGjEiBAgAABAgQIECBAgAABAr0SaF1A7FWFiiHQPYGtmfIHku9K/miyGX+fhl9MPiBZ/bIRBAgQIECAAAECBAgQWL2AMwgQIECAAAECBAgQINAmYAGxTUUbgY0RqN8vfHOGviT5sGQzvpGGFyer3x9m2xbaCBAgQIAAAQIECBAgQIAAgf4LqJAAAQIECBAgsKYCFhDXlNfFCaxI4Pbp9YrkNcknJdvi99NYC4fVL7uCAIH+CaiIAAECBAgQIECAAAECBAgQ6L+ACgkQINANAQuI3bhPZtlfgWektGuTL0y2xTlp/PHkLyW/mBQECBAgQIDAvAmYDwECBAgQIECAAAECBAgQINB/gYFVaAFxYDdcuXMj8KjM5G+SJye/J9mMv0rDzySX+mVXECBAgAABAgQIECAwSwHXIkCAAAECBAgQIECAAIF2AQuI7S5auynQhVnvn0m+L3lW8n7JZvxTGo5Nbkn+WVIQIECAAAECBAgQIECAAAEC0wKOCBAgQIAAAQIE1ljAAuIaA7s8gVsEfiDb05IfTR6WbMb/l4aXJ+t3DqtfdgWBIQmolQABAgQIECBAgAABAgQIEOi/gAoJECBAoCsCFhC7cqfMs6sC35KJ18Jg/c7hU7PfFrVgWAuHL8ub/5MUBAgQIECgOwJmSoAAAQIECBAgQIAAAQIECPRfQIWDE7CAOLhbruB1FKivIr0m470k2fZ/a/VVpvWVptXvH9NHECBAgAABAgQIEFg3AQMRIECAAAECBAgQIECAAIEdCbQtauyor/b5FjC7+RH4mUzlr5KnJL8v2Yy/ScOjkj+dvDwpCBAgQIAAAQIECBAgQIDASgX0I0CAAAECBAgQILDmAhYQ15zYAAMS+PHUek7yvcn9ks34lzQ8I7nUL7uCQAlIAgQIECBAgAABAgQIECBAoP8CKiRAgAABAt0RsIDYnXtlpvMrcJdM7feTVyQfmWyLV6SxfufwjdkKAgQIEOiLgDoIECBAgAABAgQIECBAgACB/guokMAABSwgDvCmK3lmAptypRcnr00+LdkWb05jLRxWv69nXxAgQIAAAQIECMyBgCkQIECAAAECBAgQIECAAAECOxboywLijiv0DoG1EfjFXLYWDn89229JNuMDadiafEry75OCAAECBAgQIECAAAECBHZdwBUIECBAgAABAgQIEFgHAQuI64BsiF4J/FSq+WjyD5I/mGzGJ9PwmGT1+8tsxW0K6ECAAAECBAgQIECAAAECBAj0X0CFBAgQIECAQJcELCB26W6Z60YK3DeDvyd5bnL/ZDO+lIZfTt4n+e6kIECAQP8FVEiAAAECBAgQIECAAAECBAj0X0CFBAgMUsAC4iBvu6JXIfDd6Xty8mPJI5Jt8eo01u8c/m62ggABAgQIECAw9wImSIAAAQIECBAgQIAAAQIECPRfYFcqtIC4K3rO7bvAC1Jg/c7hM7Jti7el8YeTJyT/KykIECBAgAABAgQIECCwlgKuTYAAAQIECBAgQIAAgXURsIC4LswG6ZjAL2S+VydfmbxDshnnp+HAZPW7F66eXAAAEABJREFUKttdCKcSIECAAAECBAgQIECAAAEC/RdQIQECBAgQIECgWwIWELt1v8x2bQV+Mpe/OPmW5F2TzfjbNByZfGiy+mUjCBAYrIDCCRAgQIAAAQIECBAgQIAAgf4LqJAAAQIDFbCAONAbr+wpgR/J0TuTf548INmMf0/Ds5PV7x3ZCgIECBAgQKDDAqZOgAABAgQIECBAgAABAgQI9F9AhbsmYAFxZX57p9vPJl+SfHvyw8ltyS8nv5a86Zas/Wqr96pP9a1z6ty6RrqJORL4rszlpOSnko9JtsVvp3GvZPXLRhAgQIAAgbFAPdvrGV/P+nrm17O//gaovwXqbwJ/H4yp7BAgQGAmAi5CgAABAgQIECBAgAABAuskYAGxHfr703xMsj5t9sVs63fu3pXty5NHJ+v37+6e7R7J2yU33ZK1X231XvWpvnVOnVvXqGvVNevaNUZOG3JsaO2/ltGvTR6XbIsz0rhP8leT/5kUBAgQIECgnt31DK9neT3T69lez/h61tczv5799TdA/S1QfxP4+8B/MwQIECBAgACBBQEvBAgQIECAAAECXROwgHjrHbtjdp+ZrE8PfCHbU5OPTd45Oauoa9U169o1Ro1VY9bYsxrDdZYXqH/grU+HvDrddks248I0HJxc6pddQYDAdgIaCAxHoJ7R9ayuZ3Y9u+sZXs/yeqbPSqGuVdesa9cYNVaNWWPPagzXIUCAAAECBAgQIECAwOoFnEGAAAECgxWwgDga7Ze7/6bk9cnfTdanB7JZl6ixaswau+ZQc1mXgQc4yCGp+S+S9RVz9emQ7E7F53L0hORDkhclBQECBAgMW6CeyfVsrmd0Pavrmb1eIjVWjVlj1xxqLjMb24UIECBAgAABAgQIECBAgACB/guokMCuCgx5AXFr8M5O/lXyKcn6mrFsto/ddtttdNBBB42OP/740SmnnDI677zzRp/5zGdGX/rSl0Zf/epXRzfddNNC1n611XvVp/rWOXVuXWP7K49bauyaQ82l5nTA+B07uyqwby7wx8nzkw9KNuP/puFXkkv9sisIECBAYMAC/j4Y8M1XOoE5FzA9AgQIECBAgAABAgQIECCwbgJDXEDcO7qnJy9JHp5sja1bt45e8YpXjC677LLRDTfcMLrwwgtHr3vd60bHHnvs6NBDDx3tu+++oz333HN0+9vffrRp06aFrP1qq/eqT/Wtc+rcukZdq65Z1x6NWoetxsPzcnGy5lhzza7YCYE75pzfSX4m+fhkW7w2jXslX5MUBAgQIDBsgXrm1rPX3wfD/u9A9QQIECBAYA0EXJIAAQIECBAgQIBA9wSGtoD4/NyizyePSm4XmzdvXlg0vOqqq0aXXHLJ6IUvfOFoy5Yt2/Xb2Ya6Vl2zrl1j1GJijbmD69Uca6415x100bwDgeem/Zrkc5JtcWYa75Wsfl/JVhBYnYDeBAj0TaCetfXMrWfvdrXVs7qe2fXsrmd4Pcvrmb5dx51sqGvVNevaNUaNVWPu4HI1x5przXkHXTQTIECAAAECBAgQIDATARchQIAAAQIDFhjKAuJ9co8/nHxVclNyKuorRt/znveMrrzyyoVFw733rg8hTHWZ+UGNUf9YWGPW2DWHlkFqrjXnD+e9qiEbsYzAz+W9zybrE4X/J9tmlOOhaaxPJNYnE7MrCBAgQGBIAo1a69laz4Z61tYzd+rtejbXM7qe1fXMrmf3VIc1OKgxaqwas8auObQMU3OtOdfcq4aWLpoIECBAgAABAgQIECBAgMBwBVROgMCuCwxhAfGYMH0seWByKuqrRN/3vvctfD3pEUccMfXeeh7U2PU1pzWXmlPL2DX3qqFqaXl78E0PjsAFyT9K3iPZjPqkxhPTuNQvu4IAAQIEBi5Qz9R6ttYzdoqinsX1TK5ncz2jp95cx4Mau+ZQc6k5tQxdc68aqpaWtzUR6JWAYggQIECAAAECBAgQIECAAIF1FNigBcR1q/CkjHRqsv6X+tksxh577DE69dRTF76m9LDDDltsnIPXmkt9fVnNrebYmFLVULVUTY23Bnu4OZXX71VdlO1Dks24MQ31FW93z/btSUGAAAECBEqgnqX1TK1nax0vZD176xlcz+J6Ji80zsFLzaXmVHOrOTamVDVULVVT4y2HBAgQIEBgHgTMgQABAgQIECBAgACBLgr0dQHxW3Izzk4el5yKo446avS5z31udMwx8/s/1q+51RxrrlOTXzyomqq2qnGxZXivu6fk30xemazfgspmu3hDWvZKVr9sxMwEXIgAAQLdFahnZz1D61k6VUU9c+vZW8/gqTfm6KDmVnOsubZMq2qq2qrGlrc1ESBAgAABAgQIEFilgO4ECBAgQIDAoAX6uID4nbmj9XWWh2c7FfW/3D/99NNHe+6551T7PB7UHGuuNeeW+VVtVWPV2vJ2r5uOT3XXJn812RbvSuO9k/UPqV/OVhAgQIDALQID39Qzs56d9QydoqhnbT1z69k79cYcHtQca64155bpVW1VY9Xa8rYmAgQIECBAgAABAgQIEBiCgBoJECAwC4G+LSDWP5idG5j6TaBsFmPz5s2jyy67bK4/dbg40+1f69MGNfeqofFu1Vi1Vs2Nt3p5+NhU9enk65J7JJtxaRoelqx+n8pWECBAgACBJYF6VtYzs56dS22jerbWM7aetePGjuzUnGvuVUNjylVj1Vo1N95y2GEBUydAgAABAgQIECBAgAABAgT6LzBXFfZpAbG+squ+umv/SeGDDz54dPHFF4+2bNky2dyp/Zp71VC1NCZetVbNVXvjrd4cPjCVfDD5juS9ks24Jg1PTh6QrH7ZCAIECBAgMBaoZ2Q9K+uZOW6sZ2o9W+sZO27s2E7NvWqoWhpTr1qr5qq98ZZDAgQIEFhfAaMRIECAAAECBAgQIECgmwJ9WkB8Z25B/a/us1mMRz7ykaMLLrigE19ZujjjHb/WV5ZVLVVTo1fVXLU3mjt/uHcqeGvyI8mHJpvxtTS8MFn93pLt+oRRCBAgQKBrAvWMrGfleN71LK1naj1bx40d3akaqpaqqVFC1Vy1N5odEiBAgAABAgQIrEhAJwIECBAgQIDAwAX6soB4Uu5j/e5PNotR/5B2zjnnjDZt2rTY0IPXTZs2jaqmqq1RTtVeBo3mTh5+W2Z9YvKq5BOTbfF7adwrWf2yEQQIELhtAT0GKVDPxnpGjouvZ2g9Szdt8vfBGMUOAQIECBAgQIAAAQIEeiSgFAIECBCYjUAfFhCPCcVxyXHUV3mdfXZ9c9e4qVc7VVvV2CiqDMqi0dypw2dlttcmT0i2xVlpvF/ymcl/TQoCBAgQILAjgXom1rNx/H49O+sZOm7o2U7VVjU2yiqDsmg0d+rQZAkQIECAAAECBAgQIECAAIH+C6hwzgS6voB4n3iekhzH5s2bR2eeeWavPnk4Lu6WnU2bNi3UWLXe0rS0KYsyWTruyvbRmejHk29I3inZjMvS8IjkUr/sCgIECBAgsEOBehbWM3HcoZ6Z/j4Yc9ghQIDAOgkYhgABAgQIECBAgAABAgS6KtD1BcTXB37qO8je9ra39eI3D1PXslG/eVS1NjqVRZk0mmd0OPvLPCCXfH/y3cn6x95spuILOXpq8ieS5yYFAQIECBBYiUA9C+uZOO5bz8x6do4berpTNVatjfLKokwazQ4JECBAgAABAjsQ0EyAAAECBAgQIDB4gS4vID4/d+/A5DhOPfXU0ZYtW8bHfd+pWqvmRp1lUjaN5rk6/KHM5k3JS5MPTzbjv9Pw0mT9zmH1y64gQGBXBJxLYEAC9QysZ+G45HpW1jNz3NDznaq1am6UWSZl02h2SIAAAQIECBAgQIBAnwTUQoAAAQIEZiXQ1QXEvQNwYnIcRx111OiYY4b3Ez9Vc9U+hljcKZsyWjyan9fbZSq/kazfOXxKtm1RXzlXC4e/njdvSgoCBAgQILBSgXr21TNw3L+ekfWsHDd0b2enZlw1V+2Nk8umjBrNDgkQIECAAAECBAgQIECAAIENFjA8gbkT6OoC4ssiWV/Hlc1otMcee4xe+9rXLuwP8aVqL4OJ2sumjCaaNnz36ZnBNckXJdviT9N4/2T1++dsBQECBAgQWK1APfvqGbhwXj0b6xm5cDDAl6q9DCZKL5symmiyS4DA2gm4MgECBAgQIECAAAECBAgQ6K5AFxcQDwj3UclxnHjiiWv/u4fj0eZvp37vqAwaMyujrY22jTg8PIP+dfKNye9NNuOKNDzylqz97AoCBAgQILBqAX8fNMjm/O+DxmwdEiBAgACBORIwFQIECBAgQIAAAQIERl1cQHzu5H3bunXrIL+6dNKg9uurysqi9ifyeRP7671bnyasTxWenYF/LNmM+pRhfdpwqV/zfccEZibgQgQIzEyg7f8/n9nFd/FC/j5oAZzDvw9aZqmJAAECBAgQIECAwGwEXIUAAQIECBCYnUDXFhD3S+n1ibZsFuOEE05Y3PE6arEoqzJbT53vz2CnJi9P/nSyGfW7hvX7hvU7h/V7h833HRMgQIDA/AocnKldmjw0uR6x0jHqWVfPvHH/lmfi+L2h7bRYlFWZDY1CvQQIECBAgAABAgQIECAwnwJmRYDAHAp0bQHx2EnDgw46aHTYYYdNNg16vyzKpIEwZdZ4b5aH35yLvTR5bfKYZFu8KY21cFj9/jv7ggABAgS6JXBypnv35HnJeVpInHrW1bOwnomZo4hAWZRJdidjymzyDfsEZiPgKgQIECBAgAABAgQIECBAgECXBVa2gDgfFd4x03hychzPfOYzx/t2FgVaTMqs7BY7rM1rLRjWwuHLcvlaSMxmKs7N0U8kn5r8QlIQIECAQDcFvpppvyZZ8YC81ELiJdkektyoqGdcPevG47c8C8fvDXWnxaTMym6oJOomQIAAgR0JaCdAgAABAgQIECBAgEAEurSA+ITMd1NyITZv3jw64ogjFva93CpQJmVza8uozMpuomlmu4/IleqrSusrS+urS3M4FR/P0aOT1e+ybMUGCBiSAAECMxZ4Q673H8ml2Jqd85MbtZBYz7h61mUKo1E9A+tZuHDgZSxQJmUzbhit6d8HI/+PAAECBAgQIEBg/QWMSIAAAQIECBCYpUCXFhAfM1n40UcfPXlof0KgxWbKbqLrzu7+WE48O/lnyfsnm/GvaaiPh94v27OSggABAgRWLzCvZ9SnEH+rZXJLC4kX572HJNcrpp5xLc/A9ZrH3I/TYjNlN/cFmCABAgQIECBAgAABAgT6KaAqAgQIzKVAVxYQ69NtB04KHnnkkZOH9icEWmzKrgwneu3U7p1z1huTf508PNkWJ6axfufw97IVBAgQINBPgd9NWdcn2+KANF6QXI+FxHq21TMuwy1GyzNw8Q2voxabsitDOjMXcEECBAgQIECAAAECBAgQIECg/wL9rrArC4gPn7wNW7duHe29996TTfYnBMqmjCaaavm/S4UAABAASURBVHfKsBpWmS9K//qdw6dn2xZvSWPdlBdm+7WkIECAAIH+CtyY0l6XXC4mFxIPXq7jLrw39WyrZ189A3fher0+tWzKqFHklGHjPYcECBAYnoCKCRAgQIAAAQIECBAgQGBBoCsLiFNfhfbwh/u3roW7t8xLi9GU4TKnNt96chpq4fA3sr1dshkfTEP9I3H1uyb7cxUmQ4AAAQJrJvD6XHnytxBz2Br1jPhQ3vlIctYLiVPPtpZnX4YUkwItRlOGk33tEyBAgAABAgS6JGCuBAgQIECAAAECsxXoygLiAyfLPuSQQyYP7bcItBhNGbac0myqVdpL0/iHyR9KNuNTaXhs8mHJ6peNIECAwMwEXGj+BepTiL+zimnWc6gWEuurTWf1IK9rjqfQ8uwbv2dnUaDFaMpwsZdXAgQIECBAgAABAgQIrJuAgQgQIEBgTgW6sIBYX4tZv723QLjbbruNtmzZsrDvZccCZVRWEz3KsCwnmlp3753Wdyffn3xAshlfTsNxyer3rmwFAQIECAxX4KSUvpJPIabbOOoTiefn6MPJg5I7G/VMq2fbwvn1zKtn38KBlx0KlFFZTXQow7KcaNrVXecTIECAAAECBAgQIECAAAEC/RdQYd8FurCAeN/Jm7DffvtNHtpfRqDFasqyceqdcvyG5CeSj062xW+mca9k9ctGECBAgMDABepTiLf1W4g7Ijowb1yY3NmFxKlnWsszL5cWbQItVlOWbedoI0BgIALKJECAAAECBAgQIECAAAECtwh0YQFx31vmurC5973rg28Lu15uQ6DFaspy4vQTsn9t8lnJtnh7Gu+efH6y/rE4G0GAAAECBBYEXpvXXXk2LC0k/kWu8+DkSmPqmdbyzFvpdQbXr8VqynJwIAomQIAAAQI9EFACAQIECBAgQIAAgVkLdGEB8W6TRe+zzz6Th/aXEWixmrLMqU9Mfj55YvLbks24IA31j7lL/XIoCBBYBwFDEOiSQC0e1iLirs75QbnARcmVLiROPdNannm5lGgTaLGasmw7RxsBAgQIECBAgAABAmsi4KIECBAgQGBuBbqwgPiDk3p3vetdJw/tLyPQYrVk+dCc9pHkW5Nt/2j4mbQ/Pnlosr5aLhtBgAABAgR2KFBfY1oLiTvssIo3lhYSL8459XuJ2bTG0jNt4c2WZ95C+/q/zP+ILVZTlvNfgRkSIECAAAECBAgQIECAAIGNFjA+gf4LdGEB8Xsmb8Nd7nKXyUP7ywi0WNU/EJ6ZUz6YfGCyGV9Jw3OT90pWv2wEAQIECBC4TYH/SI+TkrOMWjysRcT6VGLtN6/t74OmyAqPW/4+mLJc4WV0I9A/ARURIECAAAECBAgQIECAAAECY4EuLCDuMZ5tdvbcc8+83nboMRq1WNUC4uN2YPOatO+VnMXX0OUyggABAgQGJvA7qXdWn0LMpcZRX6XdtpDo74Mx0ep2Wv4+mLJc3dX0JkCAAAECGy9gBgQIECBAgAABAgQIzF6gCwuIu02Wvfvuu08e2l9GYJVWz8ul6hMkN2crRyMGG2fAnr3/Brr530B9in3qmZ3nySxjaSHxQ7lofSJxaqxVPvNyieFGi9WU5XBlVE6AAAECBAgQILDOAoYjQIAAAQIE5ligCwuI3zrpd7vb3W7y0P4yAqyWwfEWAQIECKyBwLpc8uCMUp9InPqDwDMvKiuMFqupv7VWeBndCBAgQIAAAQIECBAgQGCwAgonQGAIAl1YQBzCfVAjAQIECBAgQIAAgY0TMDIBAgQIECBAgAABAgQIECDQf4FVVNiFBcRvTNbz9a9/ffLQ/jICrJbB8RYBAgQIdFXg3Ez8/smpPwg88yKywmixmvpba4WX0Y0AAQIE5kTANAgQIECAAAECBAgQILAWAl1YQLxxsvAbbrhh8tD+MgItVten+yY5mmcDcxu5P6MRg9GIwWjUOYM7jkajqWd2jmcZ78/F9ks+InlFcmqslmdeuog2gRarKcu2c7QRIECAAAECBAjMXMAFCRAgQIAAAQJzLdCFBcRa9BojXnfddeN9O8sLtFhNWS5/tncJECBAYHUCg+/97Ajslpx1fCAXrIXDw7L96+RSTD3TWp55S/1sGwItVlOWje4OCRAgQIAAAQIECBAgQGBKwAEBAgSGIdCFBcR/nbwV//zP/zx5aH8ZgRarKctlTvUWAQIECBBYjcD/SefnJGcZf56L1cLhT2U7uXCYw4WYeqa1PPMWOnnZXqDFaspy+zMG0KJEAgQIECBAgAABAgQIECBAoP8CKlyVQBcWEP9hsqJrrrlm8tD+MgItVlOWy5zqLQIECBAgsBqB49J5Vp8+/GCu9RPJhyfbFg7TvBBTz7SWZ95CJy/bC7RYTVluf4YWAgQIzK+AmREgQIAAAQIECBAgQIDA2gh0YQHxqsnSr7zyyslD+8sItFhNWS5z6ka9ZVwCBAgQ6J5ALRweP4Npn5dr1MLhw7K9LHlbMfVMa3nm3db5g32/xWrKcrAwCidAgAABAgTWU8BYBAgQIECAAAECcy7QhQXEz04afvKTn5w8tL+MQIvVlOUyp3qLAAECqxTQfcAC9dWl9RWmO0twfk6shcOfzHYlC4fpthBTz7SWZ95CJy/bC7RYTVluf4YWAgQIECBAgAABAgQILAnYEiBAgMBQBLqwgPjxyZtxxRVXTB7aX0agxWrKcplTvUWAAAECBFYiUJ8+fPZKOrb0uSBttXD40GxXs3CY7gsx9UxreeYtdPKyvcB2VqPRlOX2Z2ghQIAAAQIECBAgQIAAAQIEOi+gAAKrFOjCAuLVqelfkgtx4403ji6//PKFfS87FiijsproUYZlOdFklwABAgQI7JJAfXXpaj99+KGM+MDkocmdWTjMaQtRz7R6ti0c1DOvnn0LB152KFBGZTXRoQzLcqLJLgECXREwTwIECBAgQIAAAQIECBAgsFYCXVhArNovrpelvOCC+tDC0lFvtjMtpMVoynCmg7kYAQIECAxRoD59+NxVFH5h+tbC4SHZXpKcRUw921qefbMYo1fXaDGaMuxVsYohQIAAAQLzK2BmBAgQIECAAAECBOZeoCsLiPVphTHmBz7wgfG+nXaBFqMpw/aztBIgsHMCziIwSIFfTtUr+fThRelXC4cPyXZWC4e51EJMPdtann0LnbzcKtBiNGV4a097BAgQIECAAAECBAhsL6CFAAECBAgMR6ArC4hTK4aXXnrp6OqrfdvWjv4zLZsyarw/Zdh4zyEBAgQIEFiNQH368Dm3cUItTB2YPgcnZ71wmEsuxNSzrZ599QxceGelLwPqVzZl1Ch5yrDxnkMCBAgQIECAAAECBAgQINAPAVUQILBqga4sIP5jKvtIchxnnnnmeN/OtECLTdmV4XRHRwQIECBAYOcEnpXT9ki2RS0W1icO66tK1/rrMevZVs+48TxanoHj94a+02JTdmU4dBr1d1TAtAkQIECAAAECBAgQIECAAIG1E5iXBcSVVPiuyU6nn3765KH9CYEWmym7ia52CRAgQIDAagW+PSe0/fZhLRbW15TW4mEtIqbbusTUM67lGbguk+jCIC02U3ZdqMEcCRAgQKAXAoogQIAAAQIECBAgQKADAl1aQPyjeN6cXIht27aNzjrrrIV9L7cKlEnZ3NoyKrOym2iyS2CWAq5FgMDABJ6Zeic/fVgLh/U1pfV1pRfmvfWOesbVs25h3HoG1rNw4cDLWKBMymbcMPL3wYSFXQIECBAgQIAAgRUJ6ESAAAECBAgMSaBLC4hfyY15c3IcJ5988njfzqJAi0mZld1iB68ECBAgQGBJYPXbO+SU5yUr6lOG9YnDWji8qBo2KOsZV8+68fAtz8Lxe0PdaTEps7IbKom6CRAgQIAAAQIECBAgMBwBlRIgQGAnBLq0gFjlnVovS3nRRReNzj333KXDwW/LokwaEFNmjfccEiBAgACB1QjUpw+35YT6fcP6qtKN+MRhht8upp519SysZ+J2vQbaUBZl0ih/yqzxnsMOCJgiAQIECBAgQIAAAQIECBAg0H+BjaywawuIVwTrnOQ4XvWqV433h77TYlFWZTZ0GvUTIECAwGwELshlDkh+KDlPUc+6euaN59TyTBy/N7SdFouyKrOhUaiXAAEC8yBgDgQIECBAgAABAgQIEOiEQNcWEAv1NfWylJdeeunotNNOWzoc7LYMyqIB8DuNY4czF3BBAgQIDErg43Ncrb8PWm6Ovw9aUDQRIECAAAECBHZKwEkECBAgQIAAgWEJdHEB8dLcojOS43jBC14wuu6668bHQ9up2sugUXcZ1e9TNZodEiBAgMCCgJe+Cfj7oHFH/X3QAHFIgAABAgQIECBAgMAwBVRNgAABAjsl0MUFxCr0ZXm5ObkQ119//eg5z3nOwv4QX6r2MpiovWzKaKLJLgECBAgQ6L1APfvqGbhQaD0b6xm5cDDAl6q9DCZKL5symmjq5q5ZEyBAgAABAgQIECBAgAABAv0XUOHGCnR1AfHqsL0gOY4zzjhjkF9lWl9NVrWPIRZ3yqaMFo+8EiBAgACBYQjUs6+egeNq6xlZz8pxw0B2quaqvVFu2ZRRo9khAQIE1k3AQAQIECBAgAABAgQIECDQEYGuLiAW76vz8pHkOI499tjR5ZdfPj7u+07VWjU36iyTsmk0r8WhaxIgQIAAgbkTqGdgPQvHE6tnZT0zxw0936laq+ZGmWVSNo1mhwQIECBAgACBlQjoQ4AAAQIECBAgMDSBLi8g1r06Li/1dVzZLMYTn/jEQfweYv2uUdW6WPX4tSzKZNxghwABAq0CGgn0W6CehfVMHFdZz8x6do4berpTNVatjfLKokwazQ4JECBAgAABAgQIEOi9gAIJECBAgMBOCnR9AfETqftpyXFs27ZtdOSRR45uvrn+rWzc3Kudqq1qrFobhZVFmTSaHRIgQIAAgUEJ1LOwnonjouuZWc/OeoaOGzu6s6NpV21VY9Xa6FMWZdJodkiAAAECBAgQIECAAAECBAjMq4B5Edhoga4vIJbfaXl5fXIcF1544ehRj3rU+LhvO1Vb1dioqwzKotHskAABAgQIDFKgnon1bBwXX8/OeoaOG3q2U7VVjY2yyqAsGs0OCRDYAAFDEiBAgAABAgQIECBAgACBzgj0YQGxsI/PyznJcbz3ve8dHX744Wv4ScTxUOu2U58sqJqqtsag5+e4DLIRBAgQIECAwC0C9Wwc8t8HVXsZ3MJhQ4AAAQIECOycgLMIECBAgAABAgQIDE+gLwuIdecem5ePJMdRC22HHHJIL34TsX7TqGqpmsYF3rpzUHaflxQECKxEQB8CBIYkMNS/D+pvoqp9SPdarQQIECBAgAABAgSmBRwRIECAAAECOy3QpwXE/45CfW/pZdmOo77K64EPfODo8ssvH7d1bafmXjVULTuY+/9K+28n/zL5oKQgQIAAAQK9FNiJoob490H9LVR/E1XtO0EmhlrDAAAQAElEQVTmFAIECBAgQIAAAQIECBAgsLECRidAYOMF+rSAWJr/npfDkvW/us9mMbZt2zbaf//9R6ed1r2fAKo519yrhsVqxq9fGe/duvMT2f2LZP3e0bdlKwgQIECAAIHRaEh/H9TfQPW3UNXs3hOYJwFzIUCAAAECBAgQIECAAAECBDoksJMLiHNdYf2D2SGZYf3uTza3xrHHHjs6+uijO/GVpvWVpTXXmvOtFYz3qrbvztEvJf9vshm/nIZtyaOSggABAgQIEFhcRBzC3wdVY/0t5J4TIECAAIEZCbgMAQIECBAgQIAAAQJDFOjjAmLdx/rKrvrqrvokXh2P84wzzhjd4x73mOtPI9anDmuONdfxxG/dqZqqtqrx99O8OfmWZDO+Lw2nJ89KVp9sBIHRaASBAAECwxWoZ2c9Q+tZOqVQz9x69tYzeOqNOTqoudUca64t06qaqraqseVtTQQIECBAgAABAoMTUDABAgQIECBAYBcE+rqAuERyfHaOTd6cHMf1118/qk/2HXDAAaNzzz133L7ROzWXmlPNrebYmE/VULVUTZNv/VsOnpz86eTfJptR/5h4ZRqfnxQECBAg0GEBU5+ZQD1L65laz9bxRevZW8/gehbXM3n8xgbv1FxqTjW3mmNjOlVD1VI1Nd5ySIAAAQIECBAgQIAAAQJdFDBnAgQIzINA3xcQy7h++PB+2anfBMrm1rj00ktHj3jEI0YHH3zw6Kyz6oN6t763nns1ds2h5lJzahm75l41VC0tby80vS+vP5L89WRbvCqNf5V8SFIQIECAAIGhC9QztZ6t9YydsqhncT2T69lcz+ipN9fxoMauOdRcak4tQ9fcq4aqpeVtTXMkYCoECBAgQIAAAQIECBAgQIBA/wV6VeEQFhDrhn0iLw9KnpCs/6V+NrfGRRddNHr0ox892meffUavfOUrR1dfffWtb67RXo1RY9WYNXbNoWWommvNueZeNbR02a7ppWm5T/IDyWbsl4YLkr+X/N9JQYAAAQIEhixQz9Z6xtaztp65Uxb1bK5ndD2r65ldz+6pDmtwUGPUWDVmjV1zaBmm5lpzrrlXDS1dNBEgQIDAbARchQABAgQIECBAgAABAsMUGMoC4tLdfXV2fjh5RnK72LZt2+hFL3rR6G53u9uoviqs/gHv8ssv367fzjbUteqade0ao8aqMXdwvZpjzbXmvIMuO2z+ZN75qeRTk19ONuOX0rAt+QvJYYVqCRAgQIDA9gL1rK1nbj17t3u3ntX1zK5ndz3D61lez/TtOu5kQ12rrlnXrjFqrBpzB5erOdZca8476KKZAAECBAgQIEBghIAAAQIECBAgQGCXBIa2gFhY9fHCo7PzwOQ5ydaorwqrf8Dbf//9R7vvvvvC15w++9nPHp166qmj888/f/TZz352dN11142+9rWvjW6++eaFrP1qq/eqT/Wtc+rrx+oada26Zl27ddDFxprTAdmtOdZcs7vT8aacuU+y7avNviftb0n+afKeSUGAAIG5FjA5AmssUM/cevY+MOPUszib7aOe4fUsr2d6PdvrGV/P+nrm17O//gaovwXqb4I5/vtg+8K0ECBAgAABAgQIECBAYE4ETIMAAQIE5kNgiAuIS/KXZOdRyfsn/zBZXweWzfZx4403juorxE466aTR0572tNFDH/rQ0T3vec/Rne50p9Ed7nCH0Td90zctZO1XW71XfapvnVPn1jW2v/K4pcauOdRcak6Xjt/Z9Z3rc4ljkw9PfiLZjJ9Ow98mX5wUBAgQIEBg6AJD+ftgPe+zsQgQIECAAAECBAgQIECAAIH+C6xVhXvnwj+bfEny7ckPJ+sbFuvbF7+W/Ztuydqvtnqv+lTfOqfOrWukm1iNwJAXEJecrsjOLyb3SD4r+ZHkekWNVWPW2DWHmstajf3nufB9k/V/MNlsF7+elo8nH5YUBAgQIEBg6AL1TK5ncz2j61ldz+z1Mqmxaswau+ZQc1mvsY1DgACBCQG7BAgQIECAAAECBAgQWHeB78+IxyTfkfxi8qrku5IvT9a3Rx2Y7d2T9e8mt8t20y1Z+9VW71Wf6lvn1Ll1jbpWXbOuXWPkNLGcgAXEW3W+kt2Tkw9K/kCyPrX3zmz/JTmrqGvVNevaNUaNVWPW2LMaY8fXWXznN7K5V/LPks24Txo+kDw1+Z1JQYAAAQIEhi5Qz+h6Vtczu57d9QyvZ3k902dlU9eqa9a1a4waq8assWc1husQIECAAAECQxJQKwECBAgQIECgWwJ3zHSfmaxPDn4h21qjeGy2d07OKupadc26do1RY9WYNfasxujVdSwgtt/Of0xz/W7g47L93uTdko9JvjR5erI+GfB32dbXg3492/oK0srar7Z6r/pU3zqnzq1r1LXqmnXtGiOnbkh8JqP+TPJJyX9NNqNW4OtjvvWph+Z7jgkQ2AABQxIgMBcC9eyuZ3g9y+uZXs/2esbXs76e+fXsr78B6m+B+pug/jaorP1qq/eqT/Wtc+rcukZdq65Z164x5qJYkyBAgAABAgQIECBAYP0FjEiAAIGBCeyXet+UrH83+d1s65OD2axL1Fg1Zo1dc6i5rMvAXRnEAuLK7tTV6fbuZH3N589nW58M2JztdyVvnyzHytqvtnqv+lTfOqfOrWuk61zFWzObmusbs21G1fEHaXx/8t5JQYAAAQIECEwL1LO9nvH1rK9nfj3767laz9D6m6D+Nqis/Wqr96pP9a1z6ty6xvRVHREgQIAAAQIECBAgQIAAAQJdEzDf1QlsTfezk3+VfEqyvoY0m+1jt912Gx100EGj448/fnTKKaeMzjvvvNFnPvOZ0Ze+9KXRV7/61dFNN920kLVfbfVe9am+dU6dW9fY/srjlhq75lBzqTkdMH5n4Dv1j1oDJxh8+f8ZgWckD0m2/cbSw9P+ieTLk4IAAQIECBAgQIDAQASUSYAAAQIECBAgQIAAAQIzFtg716tvZrok28OTrbF169bRK17xitFll102uuGGG0YXXnjh6HWve93o2GOPHR166KGjfffdd7TnnnuObn/72482bdq0kLVfbfVe9am+dU6dW9eoa9U169qtgy42Hp7NxcmaY801u8ON4SwgDvcer7TyD6Xj/ZMvSLbFS9L46eQjkoIAAQIECBAgQIAAAQIECMyngFkRIECAAAECBAjMo8DzM6nPJ49KbhebN29eWDS86qqrRpdccsnohS984WjLli3b9dvZhrpWXbOuXWPUYmKNuYPr1RxrrjXnHXTpf7MFxP7f49VW+KqcsE+yPqqbzVTcK0d/lnxz8ruTgsC6CBiEAAECBAgQIECAAAECBAgQ6L+ACgkQIECglwL3SVUfTtbaw6Zsp6K+YvQ973nP6Morr1xYNNx777X/4F+NUYuJNWaNXXOYmtTiQc215vzhHFYN2QwrLCAO636vtNpt6XhE8ujkPyWb8aQ0VJ+nZysIECBAgMCOBLQTIECAAAECBAgQIECAAAEC/RdQIYEdCRyTNz6WPDA5FfVVou973/sWvp70iCNqOWLq7XU7qLHra05rLjWnloFr7lVD1dLydn+bLCD2997OorIzcpHNyTckm/EdaXhj8rzkjyUFAQIECBAgQIBAbwQUQoAAAQIECBAgQIAAAQIEdkngpJx9arI+yZfNYuyxxx6jU089deFrSg877LDFxjl4rbnU15vW3GqOjSlVDVVL1dR4q+uHO56/BcQd23hnUeC/sjku+eDkR5PNODQNf518ZVIQIECAAAECBAgQIECAwEYKGJsAAQIECBAgQIDAxgp8S4avn0irdYXs3hpHHXXU6HOf+9zomGPm98N8NbeaY8311pmP96qmqq1qHDf2dccCYl/v7Ozrqu/5fUAu+yvJ/0k24wVp+Fzy8KSYoYBLESBAgAABAgQIECBAgAABAv0XUCEBAgQIEOiBwHemhguS260T1Cf7Tj/99NGee+6Zt+c7ao4115pzy0yrtqqxam15uz9NFhD7cy/Xq5LXZKD6WtN3ZtuMfdJQq+9vz/YuSUGAAIEhC6idAAECBAgQIECAAAECBAgQ6L+ACgkQWBSoBbVzs1u/GZjNYmzevHl02WWXzfWnDhdnuv1rfRqx5l41NN6tGqvWqrnxVn8OLSD2516uZyXXZLDHJR+f/PtkM45Ow7bks5KCAAECBAgQINAxAdMlQIAAAQIECBAgQIAAAQIEViFQX+lZHy7af/Kcgw8+eHTxxRePtmzZMtk8R/u3PZWae9VQtTR6V61Vc9XeeKsfhxYQ+3EfN6qKMzNwfRrxtdk249vT8IbkRcn6P6RsBAECBAgQIECAAAECBNZQwKUJECBAgAABAgQIENgIgfrGwvpU3njsRz7ykaMLLrigE19ZOp70DnbqK02rlqqp0aVqrtobzf04tIDYj/u4kVV8I4M/N3lA8uJkMx6cho8mfzO56v/eco4gQIAAAQIECBAgQIAAAQIEei6gPAIECBAgQKCzAidl5vW7gNksRi20nXPOOaNNmzYtNvTgddOmTaOqqWprlFO1l0GjufuHFnS6fw/npYJLM5FabX92tl9LNuNX01Bfa/qz2QoCBPovoEICBAgQIECAAAECBAgQIECg/wIqJEBg2ALHpPzjkuOor/o8++z6Zs9xU692qraqsVFUGZRFo7nbhxYQu33/5nH2tdJeX2v6xy2Tu1va3pWs934wW0GAAAECBAjMnYAJESBAgAABAgQIECBAgAABAv0X2OUK75MrnJIcx+bNm0dnnnlmrz55OC7ulp1NmzYt1Fi13tK0tCmLMlk67vzWAmLnb+FcFvCFzOoJyfq04eezbcbj01CfRqxPK2ZXECBAgAABAgQIECCwywIuQIAAAQIECBAgQIAAgfUTeH2GmvqO0re97W29+M3D1LVs1G8iVq2NTmVRJo3m7h5aQJzje9eDqb0nNeyT/M1kM26XhtcmL04ekBQECBAgQIAAAQIECBAgQGCQAoomQIAAAQIECHRM4PmZb/2kWTaLceqpp462bNmyeDCA16q1am6UWiZl02ju5qEFxG7ety7N+qZMtv4PZv9sL0o2oxYPaxGxFhNrUbH5vmMCXRQwZwIECBAgQIAAAQIECBAgQKD/AiokQIDAEAX2TtEnJsdx1FFHjY45pnc/ATiub0c7VXPV3ni/bMqo0dy9QwuI3btnXZ3x5Zn4wclnJW9MNqO+zrS+1rS+3rT5nmMCBAgQILBOAoYhQIAAAQIECBAgQIAAAQIE+i+gwl0QeFnOra/rzGY02mOPPUavfW19PmjhcHAvVXsZTBReNmU00dTNXQuI3bxvXZ71yZn85uTbk834wTT8cfKdyV6s0KcOQYAAAQIECBAgsB4CxiBAgAABAgQIECBAgACBtRaobxQ8anKQE088cRC/ezhZ8+R+/R5iGUy2Zb+Mtmbb6ZjbBcROq5r8bQl8MR2emDw8+blkMx6Thvo04q9kKwgQIECAABd+SAAAEABJREFUAAECBAgQIECgxwJKI0CAAAECBAgQ6IzAcydnunXr1kF+demkQe3XV5mWRe1P5PMm9ju5awGxk7etN5N+byrZN/nKZDO+OQ2/lfxo8sFJ0R0BMyVAgAABAgQIECBAgAABAgT6L6BCAgQIEBiWwH4ptz4UlM1inHDCCYs7XkctFmVVZp3VsYDY2VvXq4m/KNX8WPK8ZDP2T8NFyTckvz0pCBAgQGDNBFyYAAECBAgQIECAAAECBAgQ6L+ACgnslMCxk2cddNBBo8MOO2yyadD7ZVEmDYQps8Z7c39oAXHub9FgJvixVPqTyacn/yPZjGelob7W9OhsBQECBAgQIECAwKSAfQIECBAgQIAAAQIECBAgsHYCd8yln5wcxzOf+czxvp1FgRaTMiu7xQ6zeF3Ha1hAXEdsQ61I4JT02px8c7IZd0nD25NnJ/dJCgIECBAgQIAAAQIECHRawOQJECBAgAABAgQIdEDgCZnjpuRCbN68eXTEEUcs7Hu5VaBMyubWllGZld1EU3d2LSB2514NaaZfSrFPST4i+elkM+q7gz+Xxnn8guVMSxAgQIAAAQIECBAgQIAAAQI9F1AeAQIECBAYksBjJos9+mhfFDjpMbnfYjNlN9l33vctIM77HRr2/M5N+T+afHmyLU5M4xXJQ5KCAAECuyjgdAIECBAgQIAAAQIECBAgQKD/AiokQGCVAt+f/gcmx3HkkUeO9+1MC7TYlF0ZTnfswJEFxA7cJFMcvWw0Gt07+f5kM348Decn35j8jqQgQIAAAQIEhiagXgIECBAgQIAAAQIECBAgQGCtBB4+eeGtW7eO9t5778mm9dvvwEhlU0aNqU4ZNt6b20MLiHN7a0ysIfCpHB+W/MXkdclmPD0N25JPSgoCBAgQIECAAAECBDogYIoECBAgQIAAAQIECMy9wEMmZ/jwh3dyLWyyhDXfbzGaMlzzCcxoAAuIM4J0mQWB9Xj5wwyyT/LUZDO+Ow1vTv5Z8l5JQYAAAQIECBAgQIAAAQIECMxewBUJECBAgACB4Qg8cLLUQw7xi2KTHm37LUZThm3nzGObBcR5vCvmdFsC/54OT0s+LPnxZDMekYZPJ1+SFAQIrEhAJwIECBAgQIAAAQIECBAgQKD/AiokQIDAqgTqu0rvvHTGbrvtNtqyZcvSoe0OBMqorCbeLsOynGia/10LiPN/j8xwxwIfzFv3S7442RYvT+Mnkj5THQRBgAABAj0VUBYBAgQIECBAgAABAgQIECDQf4GNqfC+k8Put99+k4f2lxFosZqyXObUuXnLAuLc3AoT2QWBV+Tceyb/NNmMe6fh/cnTknskBQECBAgQIECAAIG5EDAJAgQIECBAgAABAgQIzLnAvpPzu/e965/bJ1vs70igxWrKckfnzVO7BcTZ3Q1X2liBz2b4RyZ/IfkvyWY8NQ3bkrXNRhAgQIAAAQIECBAgQIAAgZ0ScBIBAgQIECBAYCgCd5ssdJ999pk8tL+MQIvVlOUyp87NWxYQ5+ZWmMiMBN6W62xO/l6yGfUJxPok4gfyxn2SgsAtAjYECBAgQIAAAQIECBAgQIBA/wVUSIAAAQKrFPjByf53vetdJw/tLyPQYjVlucypc/OWBcS5uRUmMkOBG3KtZyYfkvyrZDMeloaPJ389KQgQIECgywLmToAAAQIECBAgQIAAAQIECPRfQIUbJfA9kwPf5S53mTy0v4xAi9WU5TKnzs1bFhDn5laYyBoIXJhrbkmekLw52YwXp+Fvkz+dFAQIECBAgAABAusoYCgCBAgQIECAAAECBAgQmHuB+la/8ST33HPP8b6d5QVarKYslz97Pt6d1QLifFRjFgTaBV6d5vpy5rOybcY90/CnybckO/e/AMicBQECBAgQIECAAAECBNZTwFgECBAgQIAAAQLDEdhtstTdd9998tD+MgItVlOWy5w6N29ZQJybW2Eiayzwd7n+o5NHJf8x2YxfSMO25NOTAwvlEiBAgAABAgQIECBAgAABAv0XUCEBAgQIEFi1wLdOnnG7291u8tD+MgItVlOWy5w6N29ZQJybW2Ei6yTwRxlnc/L1yWb87zS8MXl+8seTggABAvMtYHYECBAgQIAAAQIECBAgQIBA/wVUSIAAgQ0QsIC4AeiG3HCBr2YGxycflPzLZDMOScMVyROTggABAgQIECAwcwEXJECAAAECBAgQIECAAAECHRD4xuQcv/71r08e2l9GYMlqosuU5UT73O5aQJzbW2Ni6yDwkf+fvfuAs6Oq+z8+sQE+oCgGBUSRlgREikAiSSghgBQh9CihCEiQXqU3qSIlSE0EBAkYWgAlIBASWiShgwJZICgioMTYiBRR8ny/u9ybO7NnN1vm3jvl83/9vjtzz8ydOed9/T+z5OzM1TkGK0co7yvJOkYNM5VtFQoBBBBAAAEEEEAAAQQQQAABBHIqQLcRQAABBBBAoEcCc2vf9dZbb9W+ZL0TgYBVzLKTt2ZmExOImfko6EgTBc7Vuf1Y0+u1TJbbJ6rxGuWLCoUAAtkQoBcIIIAAAggggAACCCCAAAIIIFB8AUaIAALNFZhTe/rZs2fXvmS9E4GAVcyyk7dmZhMTiJn5KOhIkwV+r/OP/DBe12qsRulVi3KQQiGAAAIIIIBAjwV4IwIIIIAAAggggAACCCCAAAII5ETgz7X9fO2112pfLmC93JsDVjHLPOgwgZiHT4k+NlLAdyH6rkPflZg87yfVcIFyn/INhUIAAQQQQAABBBBAoDwCjBQBBBBAAAEEEEAAAQTKJvBK7YBffvnl2pesdyIQsIpZdvLWzGxiAjEzH0XjO8IZOxTw9yH6exH9/YgPBPbaQG2/Uc5WPqZQCCCAAAIIIIAAAggggAACCGRWgI4hgAACCCCAAAI9FHip9n0zZ86sfcl6JwIBq5hlJ2/NzCYmEDPzUdCRDAp4ktCThYeob+8oyTpSDf6/mDtqSSHQSAHOhQACCCCAAAIIIIAAAggggAACxRdghAgggECzBZ6r7cDTTz9d+5L1TgQCVjHLTt6amU1MIGbmo6AjGRbwY0v9WNNrA31cQW03KL9QllMoBBBAAAEEOhFgEwIIIIAAAggggAACCCCAAAIIFF+gMCN8snYkjz76aO1L1jsRCFjFLDt5a2Y2MYGYmY+CjmRc4FX1b5SyvfKCkqyRamhRDlMoBBBAAAEEEEAAgaIJMB4EEEAAAQQQQAABBBBAoHwCszTkN5TWmjt3bjRjxozWdX50LGAjW9XsYUNb1jRlf7W0E4jZ/2joYUYFJqpf/ZWzlGR9Qg3nKg8pQxUKAQQQQAABBBBAAAEEEECgyQKcHgEEEEAAAQQQQKBXAg/Wvnvy5Mm1L1kPCASMYoaBt2SyiQnETH4sdCrjAvPUv2OUgcoUJVmD1fCAcr6ysEKlK8DREEAAAQQQQAABBBBAAAEEEECg+AKMEAEEEEAgGwL31nbjzjvvrH3JekAgYBQzDLwlk01MIGbyY6FTORF4RP3cWDlAeUtJ1iFq8GNNv60lhQACCCAQQYAAAggggAACCCCAAAIIIIAAAsUXYIQFE4jNGE6bNi2aNSt3T+Ns2EdiGxslThgzTGzL7EsmEDP70dCxHAlcrL72U65WkvUlNVyn3KisqFAIIIAAAggggED+BOgxAggggAACCCCAAAIIIIBAWQVe1cD9xD0t2mrChAltK/xsJxCwsZ0N2+2byYaaTjGBWIPBKgK9EHhD791D2UZ5TknWDmrw3Yg/0JJCAAEEEEAAAQQQQAABBBoiwEkQQAABBBBAAAEEEEhBwDfIVA9zzTXXVNdZiQsEbGJ28b2z/YoJxGx/PvQufwK/VJdXVU5TkuX///YjNU5XNlJ6UrwHAQQQQAABBBBAAAEEEEAAAQSKL8AIEUAAAQQQyJLAterMPKW1WlpaookTJ7au82O+gE1sM78lspntaprys+oJjfz0lp4ikB+BE9TVtZS7lGQNVMMU5UJlUYVCAIFSCDBIBBBAAAEEEEAAAQQQQAABBBAovgAjRKCQAn/XqK5UqnXRRRdV11lpEwiY2Mx2bTvk7CcTiDn7wOhurgSeVG+/qeyr/E1J1gFq8GNNd9OSQgABBBBAAIGsCtAvBBBAAAEEEEAAAQQQQAABBBAYW0swderUaNKkSbVN+V/vxQhsYZPEIWJmiW2Zf8kEYuY/IjpYAAH/H4n+GscVSrKWVsPVyq3KAIVCAAEEEEAAAQQQQACBlAQ4DAIIIIAAAggggAACCKQm8KiO5H/H1qKtzjzzzLYVfkYBC1vZLLc6TCDm9qMrZcfzPOjZ6vzeypbKM0qytlHDc8qxCoUAAggggAACCCCAAAIIIIBAmQUYOwIIIIAAAghkU+Cc2m5NmzYtGjduXG1TKddtYIvE4M9NvM7dSyYQc/eR0eGcC9yh/q+unKyE6nQ1PqZsolAIFEiAoSCAAAIIIIAAAggggAACCCCAQPEFGCECCBRcYJrGN16p1rHHHhvNnu37Z6pNpVrx2G2QGLSNHkq05e4lE4i5+8jocEEETtE4vqaEHhL9dbXfrVyqLK5QCCCAAAIINE+AMyOAAAIIIIAAAggggAACCCCAQPEFuj5C3xwzr7L7nDlzosMOO6zysnRLj90GNQO3jY1qmvK5ygRiPj83el0Mgd9qGFspeylvKsnaVw0typ4KhQACCCCAAAIIIIBAtwTYGQEEEEAAAQQQQAABBBCog8AsHTP2VVzjx48v5aNM/ehSj10etWUbG9W25XKdCcT8fGz0tLgCV2po/ZXLlGQtqYYrlNuV1RQKAQQQQAABBBBAAAEEEECg2AKMDgEEEEAAAQQQyLrAWergA0q1Ro8eHc2YMaP6uugrHqvHnBinTWyTaM7nSyYQ8/m50eviCfxdQ/q+spnyhJKsLdXwjHKSQuVOgA4jgAACCCCAAAIIIIAAAggggEDxBRghAgggUCqBgzVaP65Ti7bafffdS/F9iP7eQ4+1bdTVn7awSbUh7ytMIOb9E6T/RRPwdx/6OxCP72Bgfnby09q2uUIhgAACCNRbgOMjgAACCCCAAAIIIIAAAggggEDxBRhhTwSe0pv8NVxatFVLS0s0cuTIaN48z6W1tRXtp8fmMXqsibHZwiaJ5vy+ZAIxv58dPS+2wOka3irKbUqyvqaGO5SfKp9TKAQQQAABBBBAAIGEAC8RQAABBBBAAAEEEEAAAQTqLjBOZ7hAqdaUKVOibbfdtvq6aCsem8eYGJcNbJFozvfLvEwg5luZ3iPQM4Hn9bYRyu7K60qy9lZDi7KPQiGAAAIIIIAAAggggAACRRBgDAgggAACCCCAAAL5EjhE3Y3deXfbbbdFI0aMKNSdiL7z0GPy2DTe2rpVL2ygRbGKCcRifZ6MppgCP9ew+ikXKcn6rBrGKr9W1lQyWHQJAQQQQAABBBBAAAEEEEAAAQSKL8AIEUAAAQRKKHCQxjxLWUOJlSfahkQckKwAABAASURBVA8fXojvRPR3HnosHlNskFH0gF7vpBSymEAs5MfKoAooMFdjOlAZpsxQkrWZGp5QTlUoBBBAIB0BjoIAAggggAACCCCAAAIIIIAAAsUXYIQIdE9gIe3+A+U1xY/uXF7LYPlRn0OHDo1mzAj9k3bwLZlrdN89Bo8l0bnpeu1ntb6vZSGLCcRCfqwMqsACUzW2QcpRygdKso5Xw7PK1gqFAAIIIIAAAiUVYNgIIIAAAggggAACCCCAAAIIpCzwaR3vROUN5UfK0kqovL3a3tLSEg0aNCgaNy5/XxHoPrvvHkN1QG0rvvNwS63+TWlq1fPkTCDWU5djI1A/gbN16P7KzUqyVlHDbcpVylIKhQACCCCAAAIIIIAAAvkQoJcIIIAAAggggAACCGRN4PPq0JmKJwZP0fIzSrLmqaFyN+KXte7vBdRifo0ePTraddddc/FIUz+y1H11n+ePoLrmsQ3Xq0JPHmp8EROIViAI1E2grgd+UUffQdlF+aOSrN3VMFPZT6EQQAABBBBAAAEEEEAAAQQQQKBuAhwYAQQQQACBwgkspxGdr3ji8GgtF1GS9Y4afDfiMloeovxe8SM9/WhPTyjq5fwaP358NGDAgEzfjei7Dt1H93V+z6trHpPH5jFWG4u6wgRiUT9ZxlUmges02H7KGCVZn1LDxcpkZR2FQgCBrgqwHwIIIIAAAggggAACCCCAAAIIFF+AESKAQFKgvxouVTwZ6EnBPlpP1t/V4LsRPXHoyUVPMqopVn7vaLX47kQt2mrOnDmR7+wbMmRINGnSpLbGDPx0X9wn9819THTJY/BYPKbEpuK+ZAKxuJ8tIyuXwLsa7qHK+so0JVkbq+ERxbeaa0EhgAACCCBQXAFGhgACCCCAAAIIIIAAAggggAAC3RZYQ+/4mfK8sq8SKk8UesLQE4cnawdPJGrRYfmLD9fSVn9noBbza9q0adFWW20VDRs2LJo4ceL8Dd1YS2NXn9t9cF/cp8Ax3XePwWMJbC5uExOIxf1sGVk5BR7UsIcohyv/UZLl/+PeosbtFAoBBBBAAAEEEEAAgSwJ0BcEEEAAAQQQQAABBBBovMAgnXKC8qSyhxKqyt2Injj0I0v96NLQfqG2p9S4gXKM4jv5tJhfU6dOjbbffvuof//+0emnnx7NmjVr/sY6rfkcPpfP6XO7D4FTua/us/vuMQR2KXYTE4jF/nybPDpO30SB83Ru32ru/8Ov1VitrFc3K+OVZRUKAQQQQAABBBBAAAEEEEAAgV4I8FYEEEAAAQQQyKHARurzrcrDys5KqJ5To+9GXF5Lf/+fJ9W02qM6S+9aSfG/S2sRr5aWluj444+PVlxxxciPEvUE34wZM+I79eKVj+Vj+tg+h8/lc3ZwSPfRfXWfO9il+M1MIBb/M2aE5RXwX4V8W8P3//F/Wctk7aIG3414sJYUAnEBXiGAAAIIIIAAAggggAACCCCAQPEFGCECCJRRYHMN+tfKFGUbJVRPqNF3I66q5VglrfLthbvqYEMVT15q0b78KFFP8A0aNChabLHFWh9zeuihh0Zjx46N7rnnnui5556LZs+eHb377rvRvHnzWuN1t3mb9/G+fo8fT+pj+Fg+po/d/ozVFvfJT/hzH93X6oYyrjCBWMZPnTGXTeAGDbifco6SrEXUMEa5X1lPoRBAAAEEci5A9xFAAAEEEEAAAQQQQAABBBBAoPgCPRjhtnrPfcodymZKqH6jxpHK15WrlXrVQzqw+7OullcoHd7ZOHfu3MiPGB0zZky07777Rptuumm06qqrRksuuWS0yCKLRB/5yEda43W3eZv38b5+j9/rY+gcHZXP7T64L+7TtI52LFs7E4hl+8QZb1kF/quBH6l4ktCThVqN1fp65f/D+GMtP65QCCCAAAIIIIAAAo0V4GwIIIAAAggggAACCCCAQD0E/JQ6Pwt0og7u7/PTol1V7kYcrC3XK42qR3WivZUllAOVB5RGlc/lc/rc7oP70qhz5+I8TCDW7WPiwAhkUsDPs95QPfNjS9/WMllHqGGmspNCIYAAAggggAACCCCAAAIILFCAHRBAAAEEEEAAgUwK7KlePa1cp/juOi3aVeVuxI215ZdKs+rvOvFFiic4v6TlaMVP1ntDy7TKx/IxfWyfw+fyOX3utM5RqOMwgVioj5PBINBlgZ9oTz/WdLyWyfIX4vqvTCZow1eU8hUjRgABBBBAAAEEEEAAAQQQQACB4gswQgQQQKCYAvtpWC2KH8v5NS1DdbMaPYG2pZZ3K1mqV9WZccrOytLKisqOyknKNYrvHHxByznKe4ofQep43W3e5n28r9/j9/oYPpaP6WP7HHor1ZkAE4id6bANgWIL/EnD85fBbqelLyhaxMr/x9Tth8daeYEAAghkWICuIYAAAggggAACCCCAAAIIIIBA8QUYYTuBj6rlMOUV5WJlZSVU16pxoLKD4kk2LTJfs9TDm5QfKrspnvj0zTGf0/rCiue5HK+7zdu8j/f1e/xeH0O7Ut0RMGp39mdfBBAonsAtGlJ/5UwlWf4+xHPU6O9H9PckapVCAAEEEEAAAQRSF+CACCCAAAIIIIAAAggggAAC3Rf4P73lWMWP5zxXSz+aU4t25bsRV1frKOURhUJggQJ1mkBc4HnZAQEEsifgC42fhX1voGvrqe1+ZYyyiEIhgAACCCCAAAIIIIAAAlEUgYAAAggggAACCCDQBAHfaXeqzuuJw9O17KuEqnI34t7a+IxCIdBlASYQu0zFjgiUQuDRKIqGa6T7K/9SknWwGmYq31EoBBBAAAEEEEAAAQQQQAABBBDIqwD9RgABBBDIo8AX1ekfK68rxyuLKcl6Xw2VuxEP0PqLCoVAtwWYQOw2GW9AoBQCl2iUflb0VVomy7fB+1nZfnb0SsmNvEYAgeYJcGYEEEAAAQQQQAABBBBAAAEEECi+ACMspcCKGvWFyqvKEYq/ekqLWL2lV6cpyyjex/tqlUKgZwJMIPbMjXchUAaBP2uQ31W2Vp5VkrW9GlqUoxQKAQQQQAABBHouwDsRQAABBBBAAAEEEEAAAQQQCAl8VY0/VXwXoe8m1Gq7mq0W343oicMTtO7XWlAZFMhVl5hAzNXHRWcRaIrAr3RWX6j8TG2txqqPXp2lzFCGKRQCCCCAAAIIIIAAAiUSYKgIIIAAAggggAACCNRFYB0ddbzyW8XfX6hFu/Idhr7T0BOH/h5E34HYbicaEOipABOIPZXjfcUUYFSdCZyojWsqv1aSta4a7lUuUkLP3VYzhQACCCCAAAIIIIAAAggggEBGBOgGAggggAAC2RQYqm75q6Me0XIXJVQvqNF3I/qrpvxdh/7OQzVRCKQrwARiup4cDYGiCzylAW6ujFbmKMnaXw1+rOnuWlIINFSAkyGAAAIIIIAAAggggAACCCCAQPEFGCECBRXYROO6XXlA8VdHadGunlGL70bsp+XFCoVAXQWYQKwrLwdHoLAC4zSy/srlSrKWUsNVym3KKgqFAAIIIIBAZwJsQwABBBBAAAEEEEAAAQQQQKCsAt/SwCcrdytbKqGq3I24ujZeoeS16HfOBJhAzNkHRncRyJDAX9WX7ylbKE8rydpaDc8qxykUAggggAACCCCAQOEEGBACCCCAAAIIIIAAAgj0UGAnvW+a8ktlYyVUlbsRB2rjdQqFQEMFmEBsKHfGT0b3EOiZwJ162xrKSUqoTlPj48qmCoUAAggggAACCCCAAAIIINBsAc6PAAIIIIAAAs0S2E0n9r+VXq/lekqoKncjbqCNExUKgaYIMIHYFHZOikAhBX6oUa2m+FndWsRqLb26S7lM+YxCpSzA4RBAAAEEEEAAAQQQQAABBBBAoPgCjBABBHIrsI967qe1Xa2l/61Ui3blr4Ty3YibacsdCoVAUwWYQGwqPydHoHACv9OI/NzuPbX8i5Ks0WpoUfZSKAQQQACBKMIAAQQQQAABBBBAAAEEEEAAAQSKK3CQhjYriqKxWq6ihMp3Iw7WhhHKFIVCIBMCTCBm4mOgEwgUTuBnGlF/5VIlWX3VcLkySfmaQiGAAAIIIIAAAjkUoMsIIIAAAggggAACCCCAQFBgIbUepbyuXKAsr4SqcjfiSG38jUIhkCkBJhArHwdLBBBIW+AfOuB+ir/70M/11mqsttCrp5WTFQoBBBBAAAEEEEAAAQQQaIwAZ0EAAQQQQAABBOojsLgOe5LyhnKWspQSqsrdiHto45MKhUAmBZhAzOTHQqcQKJTAPRrN2spxSqh8UfVE4pahjV1pYx8EEEAAAQQQQAABBBBAAAEEECi+ACNEAAEEMirwBfXrTMV3HPpmic9oPVnz1FC5G3FfrT+vUAhkWoAJxEx/PHQOgUIJnKHRDFBuVZLlR5nerkY/2nRJLSkEECiHAKNEAAEEEEAAAQQQQAABBBBAAIHiCxR1hMtpYOcrnjg8WstFlGS9owbfjbiMlocov1coBHIhwARiLj4mOolAYQRmaiTbKrsprynJ2ksN3me0lhQCCCCAAAIIZFaAjiGAAAIIIIAAAggggAACpRXor5Ffpngy0JOCfbSerL+rwXcjeuLwGK37saZaUAjkR6BtAjE//aWnCCBQDIFrNIx+yoVKsnyLvy/Ad2nDWgqFAAIIIIAAAggggAACaQlwHAQQQAABBBBAAIGeCqypN16l+PGjHd0AUbkbcWntd4riiUQtKATyJ8AEYv4+M3qMQEwgxy/+rb4fpGykTFeStakaHldOUygEEEAAAQQQQAABBBBAAAEESi3A4BFAAAEEmibwDZ15gvKEsrsSqpfV6LsRfcfhj7T+rkIhkGsBJhBz/fHReQQKIXCfRuGL8A+0/J+SrOPU8JyyjUIhUCQBxoIAAggggAACCCCAAAIIIIAAAsUXYIT5FfCND7eq+79RdlZC5X+33FcbVlAuUCgECiPABGJhPkoGgkDuBX6sEfj54TdpmawBavDF+motffu/FhQCCCCAAALNEuC8CCCAAAIIIIAAAggggAACBRbYXGPz1ytN0bKjmxoqdyOuqn3GKlQhBco9KCYQy/35M3oEsibwkjq0o/Id5RUlWbupYaayv0IhgAACCCCAAAIIINA9AfZGAAEEEEAAAQQQQKBjge206X7lDsVfr6RFu6rcjfh1bfm5QiFQWAEmEAv70ZZjYIyysAK/0Mj6KecryVpMDRcp9yrrKhQCCCCAAAIIIIAAAggggEDBBRgeAggggAACdRTwzQwzdPyblfWVUPnfIn034mBtvEGhECi8ABOIhf+IGSACuRV4Tz0/TBmqPKQka5gafGE/S8s+CpUvAXqLAAIIIIAAAggggAACCCCAAALFF2CECGRZYE917mnlWqWjGxUmadtmynDllwqFQGkEmEAszUfNQBHIrYAnDz2J6MlETyomB3KUGlqU7RUKAQQQQKDuApwAAQQQQAABBBBAAAEEEEAAgVwL7Kfe+99rcrxfAAAQAElEQVQTr9Dya0qofDfiBtqwlXK3UsJiyGUXYAKx7P8LYPwI5EfAjzPtr+768aZaxGolvbpJ8V8LfUlLCgEEEEAAAQQQQCApwGsEEEAAAQQQQAABBMor8DEN/XDlj8rFyspKqPzvi74bcQdtfEChECitABOIOf7o6ToCJRT4g8bsZ5LvpOVLSrK8zX89dEhyA68RQAABBBBAAAEEEEAAgbwK0G8EEEAAAQQQ6LHAonrnccrryjnKskqoKncjjtLGRxUKgdILMIFY+v8JAIBALgVuVK99N+KPtUzWwmrw3Yr+CyF/qbFeZq7oEAIIIIAAAggggAACCCCAAAIIFF+AESKAQPMEPqdTn6p44vA0LfsqobpIjb4bcW8tf6tQCCDwoQATiB9CsEAAgdwJ/E89/oHyDeU+JVn+3kR/f6L/sugTyY28RgABBHomwLsQQAABBBBAAAEEEEAAAQQQQCDDAl9U33zTgScOj9f6Ykqy3leD/83QX4V0oNZfVBLFSwQQYAKR/w0ggEDeBaZrABspByn/VpLlZ5vPVOPOCoUAAggggAACZRVg3AgggAACCCCAAAIIIFBkgRU1ON9N+KqWRygfV5L1LzX4bsSltTxS8b5aUAggEBLI7QRiaDC0IYBAqQUu1Oj7KdcoyfqKGiYo1yvLKxQCCCCAAAIIIIAAAgjkRIBuIoAAAggggAACnQispm2XK76LcH8tQ/WmGn034jJanqD8VaEQQGABAkwgLgCIzQggkLpAPQ/4mg6+m7Kt4rsOtYjVTnrVovivkLSgEEAAAQQQQAABBBBAAAEEEECgTgIcFgEEEKinwDo6+HjlGWUvJVR/VKP/HdATh6drfa5CIYBAFwWYQOwiFLshgECuBG5VbwcoZyjJ+pga/Bz032i5gUIhgECXBdgRAQQQQAABBBBAAAEEEEAAAQSKL5DpEQ5V725SHlF2UUL1ghp9N+KXtTxX+a9CIYBANwWYQOwmGLsjgECuBI5Tb/3XSJO1TNY31HCfcoHySYVCAAEEEECguAKMDAEEEEAAAQQQQAABBBDIt8Am6v4k5QFleyVUlbsR/TVHl4R2oA2BwgukOEAmEFPE5FAIIJBJgcfUK/+CsZ+W/1SSdZAa/LjTjv5iSZspBBBAAAEEEEAAAQSaI8BZEUAAAQQQQACBkgtsrfHfq9ytbKGEqnI34uraeKVCIYBACgJMIKaAyCEQ6IYAuzZP4FKd2n999DMtk7WsGvzM9Ju1XFmhEEAAAQQQQAABBBBAAAEEEOiNAO9FAAEEEOidwE56+zTlNmWYEqr71ei7EQdqeZ1CIYBAigJMIKaIyaEQQCDzAn9RD/dUvqX8TknWdmpoUY5WKAQSArxEAAEEEEAAAQQQQAABBBBAAIHiCzDCJgvspvM/rlyvrKeE6i41bqlsqExUKAQQqIMAE4h1QOWQCCCQeYHb1cPVlB8qoTpTjX70wcZaUggggAACeReg/wgggAACCCCAAAIIIIAAAlkX2EcdfE65WllLCVXlbsRvauMdCoVAXIBXqQowgZgqJwdDAIGcCZyk/q6p3Kkkax01TFYuVj6lUAgggAACCCCAAAINFuB0CCCAAAIIIIAAAoUXOFgjfFkZqwxQQlW5G3GENk5VKAQQaIAAE4gNQOYUVQFWEMiiwFPq1BaK/8rpr1omaz81+LGme2hJIYAAAggggAACCCCAAAIILFiAPRBAAAEEEOhMYGFtPEp5XRmjfEUJVeVuxJHa+LBCIYBAAwWYQGwgNqdCAIFMC/xUveuveKlFrL6gVz9TfqmsqpSwGDICCCCAAAIIIIAAAggggAACCBRfgBEiUFeBxXV0PxHME4dnaX0pJVSXqXEVxX/Q/6SWFAIINEGACcQmoHNKBBDIrMAc9cx3Im6upe9M1CJW39Kr3ynHKxQCCCCQDwF6iQACCCCAAAIIIIAAAggggEBzBfzH+WeqC28oJyufUZI1Tw2+G3F5Lb+vPK9Q3RFgXwRSFmACMWVQDocAAoUQ+LVG4e9GPFHLUJ2qxieUzRQKAQQQQAABBBCoiwAHRQABBBBAAAEEEEAg5wJ+NKknBT1xeLTG4keXahGrt/XKdyMureWhyu8VCgEEMiDABGLjPgTOhAAC+RPwROFX1e1fKcnyBKMnGsdqw2cVCgEEEEAAAQQQQAABBBCwAEEAAQQQQKDsAgME4MeQvqzlwUqo/qZG3424jJbHKH9WKAQQyJAAE4gZ+jDoCgIIZFLg2SiKtlbPvquEfpHxI09btG1vhUIAAQQQQAABBBBAAAEEEEAAgdwK0HEEEOilgP/g/iod4zlltBIqf/+h70b0xOEp2uEfCoUAAhkUYAIxgx8KXUIAgUwK+Jef/urZJUqyPqeGnyp3KKsrFAIIZEWAfiCAAAIIIIAAAggggAACCCCAQL0FvqETTFD8lT+7axmqyt2Injj8kXZ4V0mvOBICCKQuwARi6qQcEAEECizwT41tf2UT5VElWZur4SnFfz2lBYUAAggggAACPRXgfQgggAACCCCAAAIIIJB5gWHq4W3Kb5SdlVBV7kZcQRt/olAIIJATgUZNIOaEg24igAACXRKYrL3WVY5VQnWiGp9RtlIoBBBAAAEEEEAAAQTKJMBYEUAAAQQQQKD4AltoiHcp9yr+6h8t2tXjavHdiKtqOU6hEEAgZwJMIObsA6O7CDRegDN2InCmtvmxprdomazV1PAr5Qrl8wqFAAIIIIAAAggggAACCCCAQIYF6BoCCCCwQIHttMf9yiRlUyVU09TouxHX1vLnCoUAAjkVYAIxpx8c3UYAgcwItKgn/uVpVy3/pCRrTzXMVPZVKAQaK8DZEEAAAQQQQAABBBBAAAEEEECg+AL1H+F3dIoZys3K+kqofDfiNtowRLlBoRBAIOcCTCDm/AOk+wggkBmB8eqJ70YMPct9cW27VLlb+bpCIYAAAggg0KkAGxFAAAEEEEAAAQQQQACBDAjspT74a3qu1dJf56NFu6rcjThcW36pUAgg0A2BLO/KBGKWPx36hgACeRP4tzp8sLKh8rCSrE3U8JhyukIhgAACCCCAAAIIFE+AESGAAAIIIIAAAkUQ2F+DeEG5XPHX9GjRrip3I26lLfcoFAIIFEyACcSCfaAMJ20BjodAjwT8LPj19M4jlf8qyTpWDc8rIxQKAQQQQAABBBBAAAEEEECg6QJ0AAEEECi9wMckcLjyR+UiZSUlVH4Kl+9G3EEbH1QoBBAoqAATiAX9YBkWAghkQuAc9cKPNb1Ry2S5/RY1+sukl9GSSluA4yGAAAIIIIAAAggggAACCCCAQPEFGGFvBRbVAY5TXlf8b1nLahkq3434NW3YVXlUoRBAoOACTCAW/ANmeAgg0HSBWerBTsq3lT8oyfIvXTPVeIBCIYAAAghEUQQCAggggAACCCCAAAIIIIBA3QX66gynKm8opyl+rUW7qtyN+D1t+a1CIZCaAAfKtgATiNn+fOgdAggUR2CChtJPOU9Jlv/S60I1TlEGKhQCCCCAAAIIIJBHAfqMAAIIIIAAAgggkH0B32HoOw19x+Hx6q7/XUqLWP1Hr7yP9z1Q6y8pFAIIlEyACcSSfeDdGy57I4BAygL+5cvPkh+i44aeEb+R2qcrP1L4v89CoBBAAAEEEEAAAQQQQKARApwDAQQQQKAEAv5OQ99N6O849L9P+TsPk8P+lxp8N6K/budIrf9JoRBAoKQC/AN1ST94ho0AAk0VmKazr68cqryrJOsHamhR/GXUWvSgeAsCCCCAAAIIIIAAAggggAACCBRfgBEisGCB1bSLv7/wBS33V0L1phr9PYieODxB639VKAQQKLkAE4gl/x8Aw0cAgaYKjNHZ+yvXKclaUQ03Kt72ZS0pBBAoiQDDRAABBBBAAAEEEEAAAQQQQCAFgXV0jPHKM8peSqgqdyN64vAM7TBXoRokwGkQyLoAE4hZ/4ToHwIIFF3gFQ1wF2VH5UUlWd9Wg+9G9N2KWqUQQAABBBBAIKMCdAsBBBBAAAEEEEAAgSwI+KlXN6sjjyj+Nyct2lXlbkT/0fp52vpfhUIAAQRiAkwgxjhqX7COAAIINFTgJp3NdyOerWWyFlKDf5l7QEt/f6IWFAIIIIAAAggggAACCKQjwFEQQAABBBAohMCmGsUk5X5lOyVUT6vRdyP20/IShUIAAQQ6FGACsUMaNiCAQG4F8tvxD9T1o5RBylQlWUPV8KByruJJRS0oBBBAAAEEEEAAAQQQQAABBEoqwLARQMACW+vHvcpdyhZKqGao0XcjrqHllQqFAAIILFCACcQFErEDAggg0HAB/1I3TGc9UAk9e/4wtc9URioUAoUSYDAIIIAAAggggAACCCCAAAIIINAlgZ201zTlNsX/jqRFu6rcjeg/Vr+u3dYmNnBqBBDIvgATiNn/jOghAgiUV+AiDd2PlPi5lslaTg2/UG5QVlAoBBBAAAEEminAuRFAAAEEEEAAAQQQQKAxArvrNE8o1yvrKaGq3I24oTbeolAIIIBAtwU6mEDs9nF4AwIIIIBAfQRe12H9i+EILZ9XkrWjGlqUIxUKAQQQQAABBBBAAIFuCrA7AggggAACCOREYLT6+ZxylbKmEqrK3Yjf1MY7FQoBBBDosQATiD2m440IZFSAbhVVwL8ArqLBna4k66NqOFt5WPFflmlBIYAAAggggAACCCCAAAIIFFqAwSGAQFkEDtZAX1YuUwYooZqgRt+N6D9An6p1CgEEEOi1ABOIvSbkAAgggEBDBY7X2dZW7lGS5efZ+5fEn2jD/ylUzgToLgIIIIAAAggggAACCCCAAAIIFF+gCyNcWPscpfjJVGO0/IoSKt+NuJY2fFvxH5ZrQSGAAALpCDCBmI4jR0EAAQQaKfC4Trap8n3lH0qyDlTDTGVXhUIAAQQQqL8AZ0AAAQQQQAABBBBAAAEE0hD4jA5ysvKGcpaylBKqyt2I39XGJxUKAQQaI1CqszCBWKqPm8EigEDBBPzLYj+N6UolWV9Uw8+ViUp/hUIAAQQQQAABBBBoJ0ADAggggAACCCCQCQFPFHrC0HccnqQeLa4k6wM1VO5G9B+V+4/H1UQhgAAC9RFgArE+rhy1WQKcF4HyCbypIe+lbKX8VknWtmp4XjlGoRBAAAEEEEAAAQQQQACBYggwCgQQQKAYAn40qScFPXHoR5b60aXJkb2tBk8uLqPlocofFAoBBBCouwATiHUn5gQIIIBAQwQm6SxfU05RQnWGGh9VhiuZLDqFAAIIIIAAAggggAACCCCAAALFF2CErQID9NNPlnpZy4OVUP1Njb4b0ROH/sPwP+s1hQACCDRMgAnEhlFzIgQQQKAhAn5O/ho60x1KstZWwz3KJcqnFQoBBBBIQ4BjIIAAAggggAACCCCAAAIIdE1gLe12tfKcMloJVeVuxKW18YfKPxQKgSwI0IeSCTCBWLIPnOEigEApBJ7WKLdUvqfMWHHQ/AAAEABJREFUVpLl5+S3qPG7CoUAAggggAACpRVg4AgggAACCCCAAAINElhP57leeVzZTQnVLDX6bkTfcXi21t9TKAQQQKBpAkwgNo2+DifmkAgggEBc4HK97K+MU5L1eTVcqfxS+apCIYAAAggggAACCCCAQF4E6CcCCCCAQF4EhqmjtynTlJ2UUD2rRt+NuKKWP1EoBBBAIBMCTCBm4mOgEwggUHaBOo7fz8v3L6Hf1DmeVJL1LTX8VjlBoRBAAAEEEEAAAQQQQAABBBBAoI4CHLo0AltopHcp9ypbK6Hy3Yi7a4P/sDv0x9/aRCGAAALNE2ACsXn2nBkBBBBopIB/afVz9juaKPQz9T3B6InGRvaLcyGQdwH6jwACCCCAAAIIIIAAAggggEBFYDutPKBMUjZVQlW5G3Ftbfy5QuVDgF4iUDoBJhBL95EzYAQQKLnAaRr/qoofXapFrNbQqzsV/9XbElpSCCCAAAIIFFiAoSGAAAIIIIAAAgggkJrALjrSI8rNylAlVJW7EYdo440KhQACCGRaoDgTiJlmpnMIIIBApgSeU2+2UfZQ3lCS9T01tCheakEhgAACCCCAAAIIIJAhAbqCAAIIIIBAdgT2UleeUcYr6yihul2NvhtxuJa/UigEEEAgFwJMIObiY6KTCBRbgNE1TeBqnbm/crGSLN+B6DsRfUei70xMbuc1AggggAACCCCAAAIIIIAAAt0SYGcECiSwv8bygnK5spoSqpvUuL7yLeUehUIAAQRyJcAEYq4+LjqLAAIIpC7wLx3xAMV/BedHbWg1Vv5ORH83or8jMbaBFwhEUQQCAggggAACCCCAAAIIIIAAAmUR+LgGerjyqnKRspISqsrdiDtq44NKEYoxIIBACQWYQCzhh86QEUAAgYCAn8M/UO3HKKE6QY2/VfxXc1pQCCCAAAL5FqD3CCCAAAIIIIAAAggg0EWBxbTf8crryjnKF5VQVe5G3FUbH1MoBBBAIAMCPe8CE4g9t+OdCCCAQBEFztKg+ikTlWR9VQ2/VK5UvqBQCCCAAAIIIIAAAo0W4HwIIIAAAggg0CiBvjrRaYonDk/V8nNKqCp3I35PG3+nUAgggEAhBJhALMTHyCDyLEDfEciggJ/hv736NUrxYzm0iNV39Wqm8n2FQgABBBBAAAEEEEAAAQQQ6IIAuyCAQG4EllVPfaehJw6P0/qiSrL+o4YfK973QC1fUigEEECgUAJMIBbq42QwCCCAQKoC1+po/ZULlGR9Wg2XKP4S8LW1LGMxZgQQQAABBBBAAAEEEEAAAQQQKI6Av9PQdxP+UUPydx1+TEtXbf6lF74bcRktf6D8SaEQQACBQgowgVjIj5VBIYAAAqkJvK0jHaJsqPxGSdZwNTyqnKFQCCCAQE4E6CYCCCCAAAIIIIAAAgggUBX4mtauUPxEpv21DNWbavTdiEtreaLyV4VCAIHMC9DB3ggwgdgbPd6LAAIIlEfgfg11sHKk8r6SrGPU4MeabqslhQACCCCAAAII1EeAoyKAAAIIIIAAAukJrKtD+elLT2u5pxKqV9TouxE9ceg/nv63XlMIIIBAKQSYQCzFx5zdQdIzBBDInYC/A8CPNb0h0PN+apuoXKN8UaEQQAABBBBAAAEEEEAAgVYBfiCAAAIZElhffblZmaF8RwlVixp9N+JyWp6n/E+hEEAAgVIJMIFYqo+bwSKAAAKpCLwcRdHOOtJI5fdKskapwXcjHqglhQACCCCAAAIIIIAAAggggAAC+RUoUs831WAmKX7K0nZahqpyN6L/ePqS0A60IYAAAmURYAKxLJ8040QAAQTSF7heh/Rdh+dqmaz/U8NPlKnKIIVCAIHMCNARBBBAAAEEEEAAAQQQQKBUAttotFOUu5QtlFBV7kZcQxt/plAIFECAISDQOwEmEHvnx7sRQACBsgv4+xCPEIK/H/EBLZO1oRoeVs5WPqpQCCCAAAIIINBTAd6HAAIIIIAAAggg0B0BPz3pN3rDrcpGSqgqdyP6j59/EdqBNgQQQKCsAkwgNvGT59QIIIBAgQT8C/kGGs8hyjtKso5Ug78/YEctKQQQQAABBBBAAAEESiXAYBFAAAEEGiqwu872hDJB+YYSql+r0Xcj+g+fb9E6hQACCCCQEGACMQHCSwQQQKALAuzSscAF2uTvCbhWy2StoIYbFP9F33JaUggggAACCCCAAAIIIIAAAghkWYC+5UtgtLr7nHKVsqYSqsrdiJtr450KhQACCCDQgQATiB3A0IwAAggg0GOBP+qdo5QdlBeUZI1Ug+9GPExLCoEGC3A6BBBAAAEEEEAAAQQQQACBAgn00Vj8NKTfa3mZMkAJVeVuxG218T6FKrwAA0QAgd4KMIHYW0HejwACCCDQkcDN2uC7EX+kZbI+oYZzlQeVoQqFAAIIIIBA5wJsRQABBBBAAAEEEEBgvsAiWj1aeV05X+noSUeVuxG/rX2mKxQCCCCAQBcFmjaB2MX+sRsCCCCAQL4F5qn7/oV+oJZTlGQNUcMDynnKwgqFAAIIIIAAAgggUDABhoMAAggggECKAp/RsU5WPHF4ppZfUEJVuRvxu9r4lEIhgAACCHRTgAnEboKxOwIIRBAg0BOBR/SmjZUDlLeUZB2qhpmK/yJQCwoBBBBAAAEEEEAAAQQQQKDJApwegSwJLKXOnKV44vAkLRdXkvWBGnw34le0/L7if2fQgkIAAQQQ6IkAE4g9UeM9CCCAAAI9FbhYb/RjTa/WMllfVsN1yo3KigqVugAHRAABBBBAAAEEEEAAAQQQQCBXAsurt2MUTxwepWXo6UVvq913Iy6t5WHKH5SSF8NHAAEEei/ABGLvDTkCAggggED3BPxL/x56ywjlOSVZO6ihRfmBQiGAAAIIWIAggAACCCCAAAIIIFAugVU03LHKLOVgJVRz1Oi7ET1xeKzW/6JQCCCAQL4FMtR7JhAz9GHQFQQQQKBkArdpvKsqpynJ8vXpR2qcrmykUAgggAACCCCAQC4F6DQCCCCAAAIIdEtgLe3tpxY9q+U+SqheU6PvRlxGyx8q/1QoBBBAAIGUBfwPtCkfksMhUGgBBocAAukLnKBDfl25S0nWQDVMUS5UFlUoBBBAAAEEEEAAAQQQQKARApwDAQQaK7CeTne98riymxIq3414kDZ8UTlbeU+hEEAAAQTqJMAEYp1gOSwCCCCAQLcEntDe31T2Vf6uJOsANfjLzzv6jwhtXlCxHQEEEEAAAQQQQAABBBBAAAEEMiawsfrjJxRN03InJVSVuxFX1Eb/gbEWnRXbEEAAAQTSEGACMQ1FjoEAAgggkJaAv9+gnw52hZIsP5rEjzG5RRsGKBQCCJRFgHEigAACCCCAAAIIIIBA0QS21IDuViYrWyuhqtyN+FVt/KlCIYBA0QUYX6YEmEDM1MdBZxBAAAEEJDBb2Vvxf0w8o2WyRqjhOeVYhUIAAQQQQACBDAvQNQQQQAABBBBAICGwvV4/oNyubKKE6iE1+m7EtbW8RqEQQAABBJogwARiE9BzfEq6jgACCDRS4A6dbHXlZCVUp6vxMaWj/+DQJgoBBBBAAAEEEEAAAQR6IMBbEEAAgbQFdtEBH1FuUoYqoarcjejtN4Z2oA0BBBBAoHECTCA2zpozIYAAAk0UyPWpT1HvPZE4SctkfV0NfuTJpVourlAIIIAAAggggAACCCCAAAIIlFggc0PfSz3y04XGa7mOEqrK3Yj+A+FfhXagDQEEEECg8QJMIDbenDMigAACCHRfwP+xsZXe5kebvqllsvZVQ4uyp0IhUCwBRoMAAggggAACCCCAAAII5E/gAHX5ReVyZTUlVJW7Eb+ljb77UAsKgRILMHQEMibABGLGPhC6gwACCCDQqcAV2tpfGaska0k1eLv/WrGj/zjRLhQCCCCAAAKNEeAsCCCAAAIIIIBAyQQ+rvEeobyqXKisqISqcjfijtro7zvUgkIAAQQQyJoAE4hd/0TYEwEEEEAgGwJ/Vzd8x+FmWj6hJMt3KvqOxROTG3iNAAIIIIAAAggggEAXBNgFAQQQQKB7Aotp9+OV15UfK19UQvVTNfoPfnfV8jGFQgABBBDIsAATiBn+cOgaAgikJcBxCirg7z70dyD6P1JCQ/R3Jz6lDZsrFAIIIIAAAggggAACCCCAQOEFGGCDBfrqfKcpnjg8VcvPKaGq3I24jzb+TqEQQAABBHIgwARiDj4kuogAAggg0KnA6dq6inKbkqzV1XCH4r9y7Og/ZLSZyqwAHUMAAQQQQAABBBBAAAEEEMiawJfUoXOVN5TjlEWVZP1HDZW7EQ/S+iyFQqBjAbYggEDmBJhAzNxHQocQQAABBHog8LzeM0LZXfFfPmoRq731qkXxXztqQSGAAAII1FuA4yOAAAIIIIAAAggUTmBljehi5RXlMOWjSrL+qQbfjbi0lj9QXlMoBBBAAIEcCnR1AjGHQ6PLCCCAAAIlFPi5xtxfuUhJ1mfVMFb5tbKmQiGAAAIIIIAAAgi0F6AFAQQQQACBpMDX1HCF4j/M3U/LUP1Fjb4bcRktT1TmKBQCCCCAQI4FmEDM8YdH1xHomgB7IVA6gbc04gOVjZUZSrI2U8MTiv8iUgsKAQQQQAABBBBAAAEEECiCAGNAIHWBdXXEa5WnlT2VUFXuRvTE4Rna4d8KhQACCCBQAAEmEAvwITIEBBBAAIGgwBS1DlKOVuYpyTpeDf7y9q21zGbRKwQQQAABBBBAAAEEEEAAAQQaL7CBTjlR8R/lfkfLUFXuRlxOG89X/qdQPRXgfQgggEAGBZhAzOCHQpcQQAABBFIV+JGO1k+5WUnWqmq4TfmZspRCIYAAAqkIcBAEEEAAAQQQQAABBHIo4Cf23KF+36dsq4Sqcjeivz7k0tAOtCGAAAJlEijyWJlALPKny9gQQAABBCoCL2plB2UX5Y9KsvZQw0ylo+9y0CYKAQQQQAABBEogwBARQAABBBAoo8A2GrSf4vNrLTdXQjVdjb4bcQ0t/Ue4WlAIIIAAAkUWYAKxyJ8uY4uiCAQEEEAgJnCdXvmvJMdomaxPqeFiZbKyjkIhgAACCCCAAAIIIIBAbgToKAII9EBgZ73nN8qtykZKqCp3I35DG3+hUAgggAACJRFgArEkHzTDRAABBHInUL8Ov6NDH6r4Ox2maZmsjdXwiHKmQiGAAAIIIIAAAggggAACCCBQNAE/hedJDWqC4olBLdpV5W5ETyx6grHdDqk1cCAEEEAAgUwKMIGYyY+FTiGAAAIINEDgAZ1jiHKE8h8lWUeroUXZTqEQQKAbAuyKAAIIIIAAAggggAACmRTYV716XvEjSP0oUq22K08WetLQjzL1JGK7HWhAAAEEKgIsiy3ABGKxP19GhwACCCCwYIFztYsfa3q9lslaWQ03K+OVZRUKAQQQQACBIgswNgQQQAABBBAonkAfDekQ5ffKpYr/+1eLdlW5G3FbbSWhs+0AABAASURBVPFjS7WgEEAAAQTKLMAEYqE/fQaHAAIIINBFAf+H1Ejt6+9/eFnLZO2ihpnKwQqFAAIIIIAAAggggEDGBOgOAggg0E5gEbX4yTqva3m+spwSKt+NuKY2fFuZrlAIIIAAAgi0CjCB2MrADwQQQCBjAnSnWQI36MT9lHOUZH1SDWMU/yXmelpSCCCAAAIIIIAAAggggAACCPROIP13f1aHPFl5QzlT+YISqsrdiHtq41MKhQACCCCAQEyACcQYBy8QQAABBBCI/iuDIxVPEt6vZbI2UMM05cfKxxQKgZgALxBAAAEEEEAAAQQQQACBJggsrXP+SPEdhydp+WklWf9TQ+VuxP203qJQCCDQQwHehkDRBZhALPonzPgQQAABBHoq8LDeuKHix5a+rWWyjlCD/2NrJy0pBBBAAIH8CzACBBBAAAEEEEAgjwLLq9MXKK8pP1AWUpL1bzX4bsRltDxMeUWhEEAAAQQQ6FSgwBOInY6bjQgggAACCHRV4Cfasb8yXkmW/0PtejVOUL6iUAgggAACCCCAAAINF+CECCCAQCkFVtGoxyqzlIOUUM1R44mKJw6P1fIvCoUAAggggECXBJhA7BITOyGAQEMFOBkC2RN4VV3aVdle8V2HWsRqZ71y++FaUggggAACCCCAAAIIIIAAAl0RYJ+eCHxdb7paeVbZRwlV5W5EP9b0VO3wT4VCAAEEEECgWwJMIHaLi50RQAABBEouMFHj992IZ2mZrI+r4RzlIWV9pZTFoBFAAAEEEEAAAQQQQAABBOoiMFhHvUF5TNlNCVXlbsQvauOPlf8oFAJ1EeCgCCBQfAEmEIv/GTNCBBBAAIH0BY7RIddV7lWS5f+ou1+N5yuLKBQCCCCQBwH6iAACCCCAAAIIIJBNgY3VrV8q/mPVHbUM1e/U6LsRV9TyQoVCAAEEEECgI4EutzOB2GUqdkQAAQQQQCAm8KheDVf2V/6lJOsQNcxUvqNQCCCAAAIIIIBAnQQ4LAIIIIBAQQW21LjuViYr31JCVbkbcTVt/KlCIYAAAgggkJoAE4ipUXIgBFIS4DAIIJA3gUvUYT/W9Cotk/UlNVyr3KSspFAIIIAAAggggAACCCCAQJsAPxEIC2yv5geU25VNlFBV7kZcRxuvUSgEEEAAAQRSF2ACMXVSDogAAgggUEKBNzTm7yrbKM8qyfJ/ALao8SiFQgABBBBAAAEEEEAAAQQQQCApMEoNftKN/wB1qNZDVbkb0du9X2gf2hogwCkQQACBMggwgViGT5kxIoAAAgg0SsDfS/FVnew0JVl91HCWMkMZplAIIJAdAXqCAAIIIIAAAggggECzBPbWiX+r+E7CtbUMVeVuRN+R6PXQPrQhgAACCCxYgD26IcAEYjew2BUBBBBAAIEuCpyg/dZS7lKSta4a7lUuUhZTKAQQQAABBBDosQBvRAABBBBAILcCB6jnLyr+7kL/IapW29WNavHdhv4ORN99qJcUAggggAACjRFgArExzpylqwLshwACCBRH4EkN5ZvKaOVvSrL2V8NMZXeFQgABBBBAAAEEEECgXAKMFoFyCnxCwz5CeVW5UFlRCVXlbsSdtNHfd6gFhQACCCCAQGMFmEBsrDdnQwABBAorwMA6FBinLf2Uy5VkLa2Gq5RblVUUCgEEEEAAAQQQQAABBBBAoHgCn9KQ/KSa17X8sfJFJVSVuxF308bHlUwWnUIAAQQQKIcAE4jl+JwZJQIIIIBAcwX+qtN/T9lCeVpJ1jZqeFY5TqEQaLQA50MAAQQQQAABBBBAAIH6CCypw56ueOLwh1ouoYSqcjfiPtro/zbUgkIAAQRSF+CACHRLgAnEbnGxMwIIIIAAAr0SuFPvXkM5SQnVaWr0X5luqiWFAAIIIIDAAgTYjAACCCCAAAIZFfiS+nWu4onDY7X8PyVZ76mhcjfiQVqfpVAIIIAAAghkRoAJxMx8FFEU0RcEEEAAgbII+C9Pv6bB3q4kay013KVcpnxGoRBAAAEEEEAAAQSKJsB4EECgqAIra2AXK68ohykfVZL1TzX4vwmX0fIHymsKhQACCCCAQOYEmEDM3EdChxBAII8C9BmBHgj8Vu/5lrKX8hclWaPV0KJ4uxYUAggggAACCCCAAAIIIIBAswU6OP/qar9S8X/D7adlqPzffb4bcWlt9FNp5mhJIYAAAgggkFkBJhAz+9HQMQQQQACBkgj4PzL7a6y+41CLWPXVq8uVSYrvWNSCSlmAwyGAAAIIIIAAAggggAACPRUYqDdepzylfFcJVeVuRE8cnqkd3lYoBBBovABnRACBbgowgdhNMHZHAAEEEECgDgL/0DG/r/i7D/0diFqN1RZ69bRyskIhgAACCLQK8AMBBBBAAAEEEGiawAY680RluvJtJVQz1ei7EZfT8nzlA4VCAAEEEEAgNwLZmUDMDRkdRQABBBBAoG4C9+jIayvHKaHyY248kegJxdB22hBAAAEEEEAAgewL0EMEEEAgvwKbqet3KPcp2yqhqtyNOEAbL1UoBBBAAAEEcinABGIuPzY6jUC2BOgNAgikLnCGjriKcquSLD/K1I809aNN/YjT5HZeI4AAAggggAACCCCAAAJ1ESjxQUdo7FOUXyubK6Gq3I24pjZepVAIIIAAAgjkWoAJxFx/fHQeAQQQQKDAAs9rbP6L1t21fE1J1l5q8Bf0j9ayp8X7EEAAAQQQQAABBBBAAAEEOhYYqU0PK7coGymhqtyN+A1tnKBQCGRRgD4hgAAC3RZgArHbZLwBAQQQQACBhgr8XGfrr1yoJOszarhMuUtZS6EQQKA0AgwUAQQQQAABBBBAoI4Ce+jYTyq/UAYpobpTjb4b0ROLoafHaDOFAAIIIIBAbwWa934mEJtnz5kRQAABBBDoqsBc7XiQMkzxY3G0iNWmevW4cppCIYAAAggggECWBegbAggggECWBfZV5/w0mJ9puYYSqsrdiFtoox9pqgWFAAIIIIBA8QSYQCzeZ8qIGizA6RBAAIEGCkzVufxYnKO0/EBJ1nFqeFbZRqEaL7CCTrmDcqLiO0fv19KPmf2rlu8q/swcr7vN27yP9/V7/F4fQ7tSCCCAAAIIIIAAAlkToD+FFfC/jx6q0f1euVTxE2C0aFeVuxG30xY/tlQLCgEEEEAAgeIK+AJZ3NExMgQQQAABBDoWyPOWs9X5fspNSrJWUYMfn3OVlksrVP0EltWh91GuV15XXlJuVE5RdlXWV1ZWllAWUvp8GK+7zdu8j/f1e/xeH8PH8jF9bJ9Db6MQQAABBBBAAAEEEEAgZYFP6njHKP79+zwtl1NCVbkb8TvaOEOh8idAjxFAAAEEeiDABGIP0HgLAggggAACGRDwRNOO6of/I/YVLZO1uxpmKvsrVHoC/t7JA3Q43zn4Ry3HKjspSylplY/lY/rYPofP5XP63GmdI+fHofsIIIAAAggggAACCPRY4LN6p/+AzxOHZ2j980qoKncj7qmNTysUAggggEDDBThhMwWYQGymPudGAAEEEECg9wJ+jI4fsXN+4FCLqe0i5V5lXYXqucA6euvlyhzlQsV3DmrRkPK5fE6f231wXxpyYk6CAAIIpC7AARFAAAEEEGiegJ/Q8iOd3hOH/gqBT2s9Wf9TQ+VuxP207q8d0IJCAAEEEECgfAJMIJbvM091xBwMAQQQQCATAv5OvcPUE080PaRlsoapwY/aOUtLP0ZTC6qLAoO13y3KI8peSod+iy66aLTRRhtFhxxySHTZZZdFd999d/Tss89Gb775ZvTOO+9EH3zwQWu87jZv8z7e1+/xe30MnaOj8rndB/fFfRrS0Y60I4AAAggggAACaQtwPARyLLCC+n6B8pryA8VfKaBFrP6tV74b0ZOMh2s99JQXNVMIIIAAAgiUR4AJxPJ81owUAQQQqBVgvZgCD2pYQxX/B+97WibrKDX4L2i315LqXMD/yHCNdvGE7AgtgzV48ODotNNOi6ZPnx699dZb0ZQpU6Lzzz8/Gj16dLTJJptEq6yyStS3b99o4YUXjvr06dMar7vN27yP9/V7/F4fw8fyMX3s4EnbGkdo4c/bfXRf9ZJCAAEEEEAAAQQQQACBGoFVtT5O8dc/HKRlqPyUD9+N6InD47TDm0rRivEggAACCCDQIwEmEHvExpsQQAABBBDItIAfuePHmk4I9HIltd2kXKt8SaHaCxytpheVUUq76tevX+uk4UsvvRQ99NBD0XHHHRcNHDiw3X49bfCxfEwf2+fwZKLPOf94sTX30X11n2MbeIEAAggggAACCCCAQEkFvq5x/1z5nfI9JVR/UqPvRvTE4ala/5dCIYAAAhkToDsINFeACcTm+nN2BBBAAAEE6iXwBx3428pOyiwlWd9Rw0zlEKUZdaZO+nElS7WGOnO/4r710TJWfsTozTffHM2cObN10nCFFep/45/P4clEn9Pndh9inWp74b66z/frpcegBYUAApkUoFMIIIAAAgggUE8Bf/3ADTrBY8quSqh8N+KB2rCs8mPlPwqFAAIIIIAAAgEBJhADKF1tYj8EEEAAAQRyIHCj+thP8X8caxGrRfTqfMUTT/6Pba02rL6hM/mRqlpkovZRL55Q/D2SWswvP0r09ttvb3086XbbbTd/Q4PXfG4/5tR9cZ8Cp3ffPQaPJbCZJgQQQAABBBDoqQDvQwCBTAtsrN79UvHXD+yoZagqdyP6iSwXhXagDQEEEEAAAQTiAkwgxj14hQAC5RBglAiUTeB/GrAfz+NJu/u0nixPPPk/ts/Rhk8ojaildJLjFf/lrxZNrTE6+1jFd/Jp0VZLLLFENHbs2NbHlG655ZZtjRn46b748abum/uY6JLH4LF4TIlNvEQAAQQQQAABBBBAoFACW2k09yiTlW8poarcjbiaNl6uUAgggAACCCDQRQEmELsIxW4IIIAAAggUQGC6xrCRcpDybyVZh6vBjzXdWct61xd0goUUT3Zp0dVKdT8/QvUWHfFgJVajRo2Knn/++WiffbJ7M5/75j66r7HOt73wmDw2j7GthZ8IIIAAAggggAACCBRDYAcN40HlV8pwJVT+A0nfjbiONo5XKAQQyJ0AHUYAgWYLMIHY7E+A8yOAAAIIINB4gQt1yv7KNUqyvqKGCcr1yvJKPcqTWp/68MCba9mM54J+Vuf1XyqP0DJWvrPvmmuuifr27Rtrz+IL99F9dZ8D/fPYPEaPNbCZJgQaLMDpEEAAAQQQQACB3gmM0tsfVfw1DUO0DJXvSPTdiEO18SaFQgABBBBAAIEeCvR4ArGH5+NtCCCAAAIIIJANgT+pG7spnrzzXYdajdVOetWiHKGkXcnHll6sE/j7GLVoSHlCbZLO5Ee3atFW/fr1i6ZPn57puw7betr+p+9GdN89hsRWj9Fj9ZgTm3iJAAIIIIBA1wTYCwEEEGiywN46/28V/wHk2lqGqnI34qbaeLtCIYAAAggfMGF5AAAQAElEQVQggEAvBZhA7CUgb0cghwJ0GQEEEKgV8GMuB6jhTCVZH1PDj5VpygZKWrVk4kB+nOkpibZ6vfTdjx7zoNoTDBs2LHrwwQejgQMH1jbnat199xg8lkTHPVaP2WNPbOIlAggggAACCCCAQIEF8j60AzWAl5SfKl9VQlW5G3FrbbxXoRBAAAEEEEAgJQEmEFOC5DAIIIAAAgjUX6CuZzhWR/f3g/iRl1qN1Xp6dZ8yRvmk0ttaOnCAw9TWT6l33aAT+K48Ldpqm222iSZPnpyLR5a29bjjn36kqcfiMSX28pg99kQzLxFAAAEEEEAAAQQQyJTAJ9SbIxU/MeUnWq6ghKpyN6KfnOI/eAztQxsCORag6wgggEDzBZhAbP5nQA8QQAABBBDIisBj6sgmyn7KP5VkHayGmcouSm9qqcCbP6q2K5V6lidA/b2A1XN4ou3WW2+N+vTpU23L+0qfPn0ij8ljS4zFY7dBopmXDRHgJAgggAACCCCAAAKdCXxKG09QXlfOVpZRQjVOjb4b0V/H8LjWKQQQQAABBLIlUKDeMIFYoA+ToSCAAAIIIJCSwKU6Tn/lZ0qy/P2F49V4s7Ky0pPyI0tD7/Odjt8NbUihbR8dwxOgWrSVH/V5yy1+smfb66L99Ng8xsS4bGCLRDMvEUAAAQQ6EqAdAQQQQKCuAv56g9N1Bk8c/lDLJZRQVe5GHK2NzyoUAggggAACCNRZgAnEOgNz+MwJ0CEEEEAAga4J/Fm77an4u0R+p2WytlNDi3K00t3qaALRxzlPPxZX0qw1dLDLlGr169cvmjBhQqHuPKwO7sOVPn36tI7RY/2wqbKwhU0qr1kigAACCCCAAAJFFGBM2Rb4srrn3/3f0NJfp/B/WibrPTVU7kb0H8K9rNcUAggggAACCDRIgAnEBkFzGgQQQACB3grw/iYJ/ErnXU05VQnVmWp8RNlY6WqFHmFaea8nD39ceZHS8gIdJ/aM0quvvroQ33mocXVa/k5EjzWxky1skmjmJQIIIIAAAggggAACdRfw955forP8QTlUCf3bpL9OwXcj+rvTj9I+vjtRC6o8AowUAQQQQCALAqGLdBb6RR8QQAABBBBAIFsCJ6o7ayq/VpK1jhomKxcr/u4SLTqtz3e6NYr21vZBShrlOyTXrz3Q2LFjo4EDB9Y2FXrdY/WYE4O0iW0SzXV6yWERQAABBBBAAAEEyi6wugCuVGYq31dC5aeg+G5ETxyepB3+plAIIIAAAnkSoK+FEmACsVAfJ4NBAAEEEECgrgJP6eibK/4OvTlaJms/NfgfBPbQsrPq7A7EyvvGVVZ6sVxB7z1DqdaoUaOiffZx96tNpVjxmD32xGBtY6NEMy8RQACB+QKsIYAAAggg0EsB/+XedTqG/1viu1qGqnI34jLa6CecvK0lhQACCCCAAAJNFmACsckfQINPz+kQQAABBBBIQ+CnOogfPeSlVmPlycGfqeU2ZVUlVP6HgVB7bZsfm+pHGtW2dXf9ZL3Bj+vUIoqWWGKJ6Lzz/DUrrS9L98Njt0HNwG1jo5omVhFAAAEEEECgIAIMA4FmC2yoDkxUpivfVkLlPz703Yhf0cYxygcKhQACCCCAAAIZEWACMSMfBN1AAAEEOhdgKwKZE/AdiL6Vz3ck+q+Jkx3cWg2/U45Xaqtv7YsFrJ+i7V9QelJD9KZRSrXOOOOMUnzvYXXAiRV/H6INEs02Gpxo4yUCCCCAAAIIIIAAAj0V+KbeeKcyVdlWCZX/+8F3Iw7QxssUKibACwQQQAABBLIhwARiNj4HeoEAAggggEBeBfydiP5uRH9HYmgMp6rxCWUzxeU7FL3sShbTTj9RelKH175p8ODBzXt0aW1HmrzuR5naItGNIxKveYkAAggggAACCCCAQHcFRugNnjT05KEnEfWyXT2sFt+N6P9+uErrFAIIIFAsAUaDQMEEmEAs2AfKcBBAAAEEEGiSgCcK/djRXwXO738g8ETjWG1bSelO7aidN1K6U+toZ/8DhhZtdcwxx7St8DMKWNjKZugggEBCgJcIIIAAAgggsECBkdrDE4O3aOnHlmrRrjyx6N8519OWCQqFAAIIIIAAAjkQKNMEYg4+DrqIAAIIIIBArgX8yFI/unRPjeLPSrL8yFN/P2KyfUGvL9cOCyldrdG1O2600UbRlltuWdtU6nVb2CSBEDNLbOMlAggggAACeROgvwggUH8BP4L0SZ3mF8ogJVSVuxGHaeNtCoUAAggggAACORJgAjFHHxZdRaC8AowcAQRyJuBJwv7q86VKsvxY0mTbgl4vrx2OVrpSn9FOnsDUoq0OOOCAthV+VgUCJjazXXUfVhBAAAEEEEAAAQQQCAh8X20zlSuVNZRQVe5G3EIb71K6UeyKAAIIIIAAAlkRYAIxK58E/UAAAQQQQKBYAv/UcPaLomgTLR9Telsn6wArKAuqXbRDH6W1+vXrF2233Xat6/yYL2AT28xviWxmu5omVhFAAAEEEEAAAQQQaBXwvx8eqrU/KJco/ZRQVe5G9C/g94d2oA0BBAoswNAQQKBwAv4FoHCDYkAIIIAAAgggkBmByeqJv1/vXi17W5d14QD+zsTqbrvuumt1nZW4QMAmZhffm1dlFGDMCCCAAAIIIFB6gU9K4BjldeU85ctKqCp3I35HG2coFAIIIIAAAgjkSKCjrjKB2JEM7QgggAACCCCQhsAQHaRF2VjpbQ3XAXZSOqpltWF9pVojR46srrMSFwjY2M6G8R15hQACCCCQNwH6iwAC+RLwJJ0n3rLU6yXUmVMUTxyeoeXnlVBV7kbcSxufVigEEEAAAQQQKJAAE4gF+jAZSlEFGBcCCCCQS4HF1Wt/F+KDWq6spFUX6EAdfY/i5tpWrcGDB0crrNCVp55W31KqFdvYKDHomGFiGy8RQAABBBBAAAEE0he4WodcSYmiqOk/l1EPzlY8cXiilp9WkvU/NVTuRtxf6y8oFAIIIIAAAggUUIAJxAJ+qAwJAQQQQCAjAuXtxu4a+ovKHkra9QUd8FQlVLG7HDffnLmwEFJtW8AoZli7L+sIIIAAAggggAACqQvspyPuoPxXaWb5r+5+og78STlS+YSSrLlq8N2IS2t5uPJHhUIAgYoASwQQQKCAAkwgFvBDZUgIIIAAAgg0ScD/8DBN575K+ZxSrzpAB15NSdbQ2obhw/3E09oW1pMCAaOYYXL/Mr1mrAgggAACCCCAQJ0Fvq7jj1FcvqvPy0ZnVZ1wnPKScqASqr+q8QTFdycep+WbCoUAAggggEBhBBhIxwJMIHZswxYEEEAAAQQQ6JqA/0L5ZO36rLKeUu/6qE5wpdJHqZQnL5eqvFh00UWjgQMHVl6y7EDARraq2WxDW9Y0sYoAAgjkSoDOIoAAAnkQ8HcM3qaOflxxNXoCcW2d9OfK75TvKaGq3I3oOw5P0w7/UigEEEAAAQQQKJEAE4gl+rDzOVR6jQACCCCQcYEN1T//w8NJWi6kNKr8jx5715xszZr1aJ111ql9yXonAgGrmGUnb2UTAggggAACCCCQokBpDuU/grtJo/UdfVq0VqMeYTpEZ7tReVTZVQlV5W7EZbXxHOV9hUIAAQQQQACBEgowgVjCD50hI4AAAg0R4CRFF/BfTftRpVM10JWUZtTZOmlfxbWKf1Sy+uqrV1ZZLkAgYBWzXMDb2YwAAggggAACCCDQPQH/4Z3/CK/2XfW+A9HP9v+VTvig4u9c1KJd+Y8CfTeif7e/qN1WGhDoTIBtCCCAAAKFFGACsZAfK4NCAAEEEECgrgL+a+UXdIbdlWbW4jq5JxG1iFb0j0r69+9fWWW5AIGA1YoLeAubEUAAAQQQQAABBHomsJne5glELWJVrzsQt9JZ7vkwXtdqu6rcjbiatlyuUAgggAACJRJgqAh0JsAEYmc6bEMAAQQQQACBWoGV9eI+xd+X8lkts1B7qBODlS8r1Vp++eWr66x0LhCwill2/m62IoBAxgToDgIIIIBAdgX8yNIJHXQv7TsQfZeh7zb0XYe++zB0Wm/3futq43iFQgABBBBAAAEEYgJMIMY4svaC/iCAAAIIIJApgRXUm18oJytjlduUGcorSjNrnE7+BaVayyzjf5+pvmSlE4GAVcyyk7eyCQEEEEAAAQRSE+BABRf4uMbn3539BA2ttqu0JhD9pJDHdHR/z6G/71Cr7cp3JPpuxPW15WaFQgABBBBAAAEEggJMIAZZaEQAAQR6KcDbESimwJ0alicOT9FyX2WEMkhZTumjfEYZoAxTvqMcpvgRo75j8W6tP6PMVtIuf2ffF2sP2rdv5asRa1tZDwkErPz9lqFdaUMAAQQQQAABBBDomcBP9LavKx1VbycQ/d2F/g5D/97d0XkqdyNuqk5MUqi0BDgOAggggAACBRVgArGgHyzDQgABBBBAoAkC/9A5ZypTFd+peL6WRyn+rkR/38vqWl9S8WSjbxH0P25sodd7KccpFyk3KQ8pLylzla7WJ2t3XGyxxWpfdmu9bDsHrBYtmwHjRQABBBBAAAEE6iiwi47tP77TosN6v8MtnW84UJv9e7OfyLGq1kN1gxp9N+LWWt6rUAgggAACHwqwQACBzgWYQOzch60IIIAAAgggUB+B13XYJxTf1Xillmco/geQHbUcqqykeBbw/7RcUfE/enib9zlNr69Q/JfT07V8QYnVQgstFHvNi44FAlaf6HhvtiCQaQE6hwACCCCAQNYE/HSOrny/YHfuQPTvakdqoH9SfGejv2ZAq+2qcjfiztoyTaEQQAABBBBAAIFuCWR4ArFb42BnBBBAAAEEECimwNsa1izF/+jhuxN9l+IJer234u9u+YaW/ZR5CoUAAggggAACuRSg0wgUUsBPdfhlF0f2QRf2+7T2OVHxH+L5awL8RA+9bFeVuxH9FBD/wV67HWhAAAEEEEAAAQS6IsAEYleU2AcBBLonwN4IIIBA4wX+U3vK9957r/Yl650IBKxilp28lU0IIIAAAggggAACHQtcp01+koYWC6zO7kD8vN7tp3V44tDfRd7R91VX7kYcrf2fUxpTnAUBBBBAAAEECivABGJhP1oGhgACCCCAQPcFcvyOubV9f+utt2pfst6JQMAqZtnJW9mEAAIIIIAAAgggEBY4Qs3fUrpa/w3s+GW1nad44vAYLT+pJOtdNVTuRjxY6y8rFAIIINAlAXZCAAEEFiTABOKChNiOAAIIIIAAAnkQmFPbydmzZ9e+ZL0TgYBVzLKTt7IpWwL0BgEEEEAAAQSyIeBH7J/Zza7U3oHox/Nfovf/QTlUCf3b3T/U7rsR/RjTo7TuSUYtKAQQQAABBBAogUDDhhj6JaRhJ+dECCCAAAIIIIBASgJ/rj3Oa6+9VvuS9U4EAlYxy07eyiYEEEAAgVQEOAgCCBRIwI8bvUXj+ZjSnfIE4hp6w5XKTOX7Sqj8e5rvRlxaG09W/qZQs0ByrQAAEABJREFUCCCAAAIIIIBAXQSYQKwLKwcttQCDRwABBBBohsArtSd9+WWe3lTr0dl6wCpm2dl72YYAAggggAACCJRaID54Txp68tCTiPEtC351pHZ5UvmuEqrK3YieODxLO7yjUAgggAACCCCAQF0FmECsKy8HRwABBBDIkwB9zbXAS7W9nznTf7hd28J6RwIBq5hlR++jHQEEEEAAAQQQqIPACjrmDsqJys+V+5UW5a+Kv+/vAy0dr7vN27yP9/V7/F4fQ7s1vPzYUj++tCcn3rCDNz2vdt+N+BUtxyjzFAoBBFIQ4BAIIJArAV/bfY33td7XfF/7/TuAfxfw7wT+3cDxutu8zft4X7/H7/UxcjXoLHSWCcQsfAr0AQEEEEAAAQR6K/Bc7QGefvrp2pesdyIQsIpZdvLWLG2iLwgggAACCCCQT4Fl1e19lOsVf4+f/5DpRq37+/121XJ9ZWVlCWUhpc+H8brbvM37eF+/x+/1MXwsH9PH9jn0trrW1jr6EUpa5bsR99DBVlEuUygEEEAAAQTKJOBrt6/hvpb7mu5ru6/xvtb7mu9rv38H8O8C/p0gq78f5P4zYwIx9x8hA0AAAQQQQAABCfgfWbRoq0cffbRthZ8LFAhYxSwXeAB2QAABBHolwJsRQKCEAp/RmA9QfGfAH7Ucq+ykLKWkVT6Wj+lj+xw+l8/pc6d1jspxltfKeCWNelgHGamspVytUAgggAACCJRFwNdoX6t9zfa129dwX8t9TU/LwMfyMX1sn8Pn8jl97rTOUajjMIFYqI8zA4OhCwgggAACCDRHYJZO+4bSWnPnzo1mzJjRus6PjgVsZKuaPWxoy5omVhFAAAEEEEAAgYBA95vW0VsuV+YoFyq+e0CLhpTP5XP63O6D+5LWiW/TgRZT0qjf6yC/VCgEEEAAAQTKIuBrsq/Nvkb7Wu1rdqPG7nP5nD63++C+NOrcuTgPE4i5+JjoJAIIIFB/Ac6AQAEEHqwdw+TJk2tfsh4QCBjFDANvoQkBBBBAAAEEEOiuwGC94RblEWUvxY8Z06J9LbrootFGG20UHXLIIdFll10W3X333dGzzz4bvfnmm9E777wTffDBB63xutu8zft4X7/H7/Ux2h+52uJzuw/ui/s0pLqlZyvX6G1fVdKq7+hAjyv+zkMtKATqI8BREUAAgQwIFPn3gwzwptMFJhDTceQoCCCAAAIIINB8gXtru3DnnXfWvizyeo/HFjCKGfb4wLwRAQQQQAABBBCIohWE4Am2h7QcoQRr8ODB0WmnnRZNnz49euutt6IpU6ZE559/fjR69Ohok002iVZZZZWob9++0cILLxz16dOnNV53m7d5H+/r9/i9PoaP5WP62MGTtjWO0MJ/POU+uq962a0arb1HKWnXAB3wacXfq6gFhQACCCCAQFWgCCu+5vraW9TfD4rwGVXHwARilYIVBBBAAAEEEMi5QGzGcNq0adGsWTyNs6PP1DY2SmyPGSa28RIBBFIX4IAIIIBAYQWO1sheVIITbP369WudNHzppZeihx56KDruuOOigQMHavd0ysfyMX1sn8OTiT5nB0d3H91X97mDXdo1f10tfuSZFnUpPxL1Nh35bOWjCoUAAggggEARBHyt9TXX19524/G12tdsX7t9Dfe13Nf0djv2sMHH8jF9bJ/D5/I5Ozic++i+us8d7FL8ZiYQ0/yMORYCCCCAAAIINFPgVZ38AaVaEyZMqK6zEhcI2NjOhvEdeYUAAggggAAC7QVo6UhgDW24XzlT6aPEyo8Yvfnmm6OZM2e2ThqusIJvQojtkvoLn8P/WOhz+tzuQ+Ak7qv7fL+2eQxadFiLa4sn9z6uZb3rSJ3Av6P11ZJCAAEEEEAgrwK+tvoa62utr7mxcfja7Gu0r9W+ZvvaHduhDi98Dp/L5/S53YfAadxX99l99xgCuxS7iQnEYn++jA4BBLoowG4IIFAYgRtrR3LNNX4qRm0L6xWBgE3MrrIfSwQQQAABBBBAoIsC+2i/J5T1lVj5UaK333576+NJt9tuu9i2Rr7wuf2YU/fFfQqc2333GDyWwObI/5B4vTYsozSq1tOJnlHWVagUBDgEAggggEBDBXxN9bXV19jYiX0t9jXZ12Zfo2MbG/jC53Yf3Bf3KXBq991j8FgCm4vbxARicT9bRoYAAggggEAZBJJjvFYN85TWamlpiSZOnNi6zo/5AjaxzfyWyGa2q2liFQEEEEAAAQQQ6LLAGO05VvEEmxZttcQSS0Rjx45tfUzplltu2daYgZ/uix9f5r65j4kueQwei8eU2BSdoIZNlUbXF3TCGcrBCoUAAgiUVYBx50/A11JfU31trfbe115fg30t9jW5uqHJK+6L++S+uY+J7ngMHovHlNhU3JdMIBb3s2VkCCCAAAIIlFHg7xr0lUq1Lrroouo6K20CAROb2a5tB34i0BABToIAAgggUAABP8bzFo2j3cTWqFGjoueffz7aZ5/s/rG+++Y+uq8aQ7I8Jo/NY/S24fpxitLM8j9a3qAO/J9CIYAAAgggkFUBXzt9DfW1NNZHX3N97fU1OLYhQy/cN/fRfQ10y2Py2DzGwOZiNaU3gVgsF0aDAAIIIIAAAvkV8F+EVXs/derUaNKkSdXXZV+xhU0SDjGzxDZeIoAAAgggEBfgFQJtAp/VYrIyQomV/3Lfj0vv2zf7X93nPrqv7nNsEG0vPDaPsb9e/kLJQu2oTjym9FMoBBBAAAEEsiZQpt8PPNas+afaHyYQU+XkYAjkU4BeI4AAAgUTeFTjuVWp1plnnlldL/tKwMJWNis7DeNHAAEEEEAAga4L+B/M/Bda/k6g6rv69esXTZ8+PdN3HVY7m1jx3Qbuu8eQ2OQx+vGhn0u0N/OlJzQ9ibhDdzvB/ggggAACCNRRoGy/H/h3IY+5jqTNPTQTiM315+wIIIAAAgj0RoD3dixwTu2madOmRePGjattKuW6DWyRGPy5ide8RAABBBBAAAEEOhPwI7v86K5BtTsNGzYsevDBB6OBAwfWNudq3X33GDyWRMc/pdf/Ujxp96SWzyjPKjOVF5WXlVeUPylvKG8qf1P+qcxV3lHSrkV1wBuV8xUKAQSKL8AIEci6QBl/P/DvQv6dyGPP+ufTo/4xgdgjNt6EAAIIIIAAAhkXmKb+jVeqdeyxx0azZ8+uvi7bisdug8S4bfRQoo2XDRHgJAgggAACCORWwN/B57vyqgPYZpttosmTJ0d+HGi1MacrHoPH4jElhuBJRE8QrqX21ZWvKgOUlZUVlOWUZZWllc8rSyiLK4spn1T6BOJ2b/d+3n9J7eP3+zg+no/r4/s8Pp/P6/Ovo/2+oQxR/A+XWbo7Ul2iEEAAAQRKKFDW3w/8O5HH3slHnt9NTCDm97Oj5wgggAACCCDQucDJ2jxPaa05c+ZEhx12WOt6GX947DaoGbttbFTTxCoCCCCAwAIF2AGBcguM0fD9vYBatJUn2m699daoTx/Pj7W15f1nnz59Io/JY0uMxWO3QaK5xy99Z6LvUPSdir5j0X/t5jsYPVHpOxp9Z6PvcPSdjr7j0Xc++g5I3wk5XWf1H809oOVfFQoBBBBAAIFmCfja6Gtk9fy+hvpa2qcPvx9UUXK4wgRiDj80upyuAEdDAAEEECiswCyN7FilWuPHjy/lo0z96FKPvQrRtmIbG7W94icCCCCAAAIIINC5wD7afLBSLT/q85ZbfANctSnTK93tnMfmMSbeZwNbJJp5iQACCCCAQCkFfE30tbE6eF87fQ2tNhRsxWPzGBPDsoEtEs35fskEYr4/P3qPAAIIlFmAsSPQFYGztJP/KluLtho9enQ0Y8aMthcl+OmxesyJodrENolmXiKAAAIIIIAAAkGBNdR6mVKtfv36RRMmTCjUnYfVwX240qdPn9YxeqwfNlUWtrBJ5TVLBBCorwBHRwCBbAr4WuhrYrV3vmby+0GVI/crTCDm/iNkAAgggAACCCCwAAH/FZgf11ndbffddy/F9yH6ew891urA21ZsYZO2V035yUkRQAABBBBAIGcCF6i/sWeQXX311YX4zkONq9PydyJ6rImdbGGTRDMvEUAAAQQQKJWAr4W+JlYH7Wumr53VhqiYax6jx5oYnS1skmjO70smEPP72dFzBBBAAAEEEOiawFPabV+lWi0tLdHIkSOjefM8l1ZtLtSKx+YxeqyJgdnCJolmXiKAAAJdEGAXBBAoo8DRGvT6SrXGjh0bDRw4sPq66Cseq8ecGKdNbJNo5iUCCCCAAAKlEPA10NfC6mB9rfQ1s9pQ8BWP1WNODNMmtkk05/MlE4j5/NxS6zUHQgABBBBAoCQC4zTO2F+BTZkyJdp2223VXMzy2DzGxOhsYItEMy8RQAABBBBAoOgCPRzfCnrfGUq1Ro0aFe2zT+G+4qc6vo5WPGaPPbHdNjZKNPMSAQQQQACBQgv42udrYHWQvkb6WlltKMmKx+yxJ4ZrGxslmvP3kgnE/H1m9BgBBBCwAEEAge4LHKK33KpU67bbbotGjBhRqDsRfeehx+SxVQfatuKx26DtFT8RQAABBBBAAIEFC5ysXfw4Li2iaIkllojOO++81vUy/vDYbVAzdtvYqKaJVQRSF+CACCCAQNYEfO3zNbC1X742+hrZ+qKEPzx2G9QM3TY2qmnK5yoTiPn83Og1AggggAACCPRMYCe97QGlWp5oGz58eAO/E7F66tRXZs+eHXksHlPi4B6zx55o5iUCCCCAAAIIINChwBBtGaVU64wzzijF9x5WB5xY8fcd2SDRbKPBiTZeIoAAAgggEEVRIRH4/SDxsRb59wMmEBMfNi8RQAABBBBAoNAC72t0fm7pdC2r5Ud9Dh06NJoxY0a1LW8r7rvH4LEk+u6xeswee2ITLxFAoFsC7IwAAgiUS+Dw2uEOHjy4lI8urTXwuh9VZguv1+SImvWsra6VtQ7RHwQQQACBXAvw+0Hg48vh7weBUbRvKvUEYnsOWhBAAAEEEECgBAJ/0xi3VHxXnhZt1dLSEg0aNCgaNy5/XxHoPrvvHkPbaKo/PUaP1WOuNrKCAAIIIIBA2QQYb7cF1tE7RijVOuaYY6rrZV8JWNjKZlmi2USdmaZspFAIIIAAAgikIeBrna951WMFronVbWVbCVjYyma5pWACMbcfHR1HoNQCDB4BBBDorYAn1IbrIP5eQC3m1+jRo6Ndd901F4809SNL3Vf3ef4Iqmsem8fosVYbWUEAAQQQQAABBLogMLp2n4022ijackv/TVJta3nXbWGThEDMLLGtkS/9+99DOuHdysrKJUqei74jgAACCGRHIHat87XQ18TsdK+5PbGFTRK9iJkltmX+JROImf+I6CACCCCAAAJFEsjUWPxITz/a84Jkr8aPHx8NGDAg03cj+q5D99F9TfZfrz0mj81j1EsKAQQQQAABBBDossBntOeeSrUOOOCA6jorbQIBE2fx1k4AABAASURBVJvZrm2Hxv/cWKd8ULlHqXwn49laf0ehEEAAgSYIcMqCCfga52tddViBa2F1W1lXAiY2s10uSZhAzOXHRqcRQAABBBBAIEWBQ3Qs/0XYPC2rNWfOnMh39g0ZMiSaNGlStb3ZK+6L++S+uY+J/ngMHovHlNjESwR6KcDbEUAAAQTKIrCLBtpHaa1+/fpF2223Xes6P+YL2MQ281sim9mupqkhq8N0Fj+2frKWQ5RK/VUrFykUAggggAACaQj4GudrXeuxfA30tbD1BT+qAjaxTbUhatrvB1Gv/t+Hb2YC8UMIFggggAACCCBQagF/8eFaEvA/vmgxv6ZNmxZttdVW0bBhw6KJEyfO39DgNZ/bfXBf3KfA6d13j8FjCWymCQEEEECgrAKMG4FuCuxYu78fl177mvX5AgGbmN38Peuy5u82vF9HvlcZqiTrHDVw96EQKAQQQACBVARi17jANTCVkxThIAGbmF2exsgEYp4+LfqKQJsAPxFAAAEE6iPwlA67gXKM4jv5tJhfU6dOjbbffvuof//+0emnnx7NmjVr/sY6rfkcPpfP6XO7D4FTua/us/vuMQR2oQkBBBBAAAEEEOiSwLLaa32lWiNHjqyusxIXCNjYzobxHXv+KvTOyh2HU7TR59OiXc1Ry4UKhQACCCCAQBoCvrbFrjmBa2Aa5ynEMQI2trNh7sbHBGLuPjI6jAACCCCQXwF6nhOBs9TPlZTxSrtqaWmJjj/++GjFFVeM/ChRT/DNmDGj3X49bfCxfEwf2+fwuXzODo7nPrqv7nMHu9CMAAIIIIAAAgh0WWDz2j0HDx4crbDCCrVNrNcI2MZGNU1ejRm6IaX48aT+jsOO7jisPY3vPny7toF1BBBotADnQ6BQArFrm699vgYWaoQpDsY2NkocMmaY2JbZl0wgZvajoWMIIIAAAggg0EQB3164q87vx0HdqmWw/ChRT/ANGjQoWmyxxVofc3rooYdGY8eOje65557oueeei2bPnh29++670bx581rjdbd5m/fxvn6PH0/qY/hYPqaPHTxpW6P75H9Ech/d17ZWftZPgCMjgAACCCBQDoGNa4e5+ea5/Leu2iHUfT1gFDNMoQP+nW+qjuPJQ69rtdP6h7by3YdCoBBAAAEEUhOIXdsC177UTpSJA6XQiYBRzDCFUzTkEEwgNoSZkyCAAAIIIIBATgUeUr+3VdZVrlD8uFAt2tfcuXMjP2J0zJgx0b777httuumm0aqrrhotueSS0SKLLBJ95CMfaY3X3eZt3sf7+j1+r4/R/sjVFp/bfXBf3Kdp1S2sIIAAAgh0KMAGBBDolsDQ2r2HDx9e+5L1gEDAKGYYeEtXmzxZ6LsNPXG4YVffpP3OVuYqFAIIIIAAAmkJxK5tgWtfWucpzHECRjHDvAyUCcS8fFL0syLAEgEEEEAAgWYIPKqT7q0soRyoPKA0qnwun9Pndh/cl0adm/MggAACCCCAQHkE/KzSpSrDXXTRRaOBAwdWXjZjmYtz2shWNZ21oS1rmrq1Wjtx6O877M6bffch333YHTH2RQABBBBYkICvab62te7na56vfa0v+NGhgI1sVbODDW1Z05T9VSYQs/8Z0UMEEECgIAIMA4FCCPxdo/AjoTbQ8kvKaOUG5Q0lrfKxfEwf2+fwuXxOnzutc3AcBBBAAAEEEEAgKbBmbcM666xT+5L1TgQCVjHLTt5au2mQXkxWfMdhdycO9bbWOlc/uftQCFSzBTg/AggUSCB2TQtc8wo01HSHErCKWaZ7tvocjQnE+rhyVAQQQAABBBAovsCrGuI4ZWdlaWVFZUflJOUaxXcOvqDlHOU9xY8gdbzuNm/zPt7X7/F7fQwfy8f0sX0OvbXJxekRQAABBBBAoAwCq9QOcvXVV699yXonAgGrmGUnb/UmTxzeo5WHld58P5LvPhyjY1AIIIAAAgj0XKD9O2PXtMA1r/07aGkVCFjFLFt3yvgPJhAz/gHRPQQQQAABBBDIjcAs9fQm5YfKborvHOyn5eeUhRX/3uV43W3e5n28r9/j9/oY2pVCAAEE0hHgKAgggEA3BPyHTNXd+/fvX11npXOBgFXMsoN3e+Lwbm3zxGEaXzZ5no7F3YdCoBBAAAEEUhWIXdMC17xUT1akgwWsYpZ5GKv/ESsP/aSPbQL8RAABBBBAAAEEEEAAAQQQQACB4gs0Y4Rfrj3p8ssvX/uS9U4EAlYxy8RbPXF4l9o8cbiJlmmU7z48P40DcQwEEEAAAQQSArFrWuCal9idlxWBgFXMsrJflpdMIGb506FvCCBQIAGGggACCCCAAAIIIIAAAghkWuALtb1bZpllal+y3olAwCpm+eFb19by14onDjfVMs3yo0u5+zBN0V4dizcjgAAChRKIXdMC17xCDTbNwQSsYpZpnqtex2ICsV6yHBcBBBBAAAEEiiHAKBBAAAEEEEAAgXIILFE7zL59+9a+ZL0TgYBVraUnDu/U2x9VNlPSLk8cnpv2QTkeAgggUEoBBh0SqL2mRYFrXug9tEkgYBWz1C6ZLyYQM/8R0UEEEEAAAQQQQAABBBDoiQDvQQABBBDolsCitXsvtthitS9Z70QgYGVLTxxO0ts8cfhNLetVPtdbOvg8EmEQYcD/P+B/A/xvIPX/DcQmvQLXPJFTIYGAla/ZoV0z25anCcTMItIxBBBAAAEEEEAAAQQQQAABBBBITYADNUfgE7WnXWihhWpfst6JQMDKeJ443KKTt7EJAQQQQACB3AkErnm5G0OjOhywiv2u1ah+9OY8TCD2Ro/3IoBAFwXYDQEEEEAAAQQQQAABBBBAAAEEii/ACBFAAAEEEECgKAJMIBblk2QcCCCAAAII1EOAYyKAAAIIIIAAAgiUReA/tQN97733al+y3olAwMp46+stUxQKAQQQyIcAvUSgCwKBa14X3lXOXQJWsd+18qDCBGIePiX6iAACCCCAAAIIIIBANwXYHQEEEEAAgW4KzK3d/623/LV6tS2sdyQQsLLlg9p/Y2Wo8pBSr/K5/IWVfXQCEkUYYMD/BvjfAP8bSPd/A3Oimv8XuObVbGW1ViBg5Wt27S6prdfrQEwg1kuW4yKAAAIIIIAAAggggAACCCDQfQHegUCzBGL/QDh79uxm9SN35w1Y1Vp68tCTiBtpYPcradeiOuDhCoUAAggggEA9BGqvaVHgmlePcxbimAGrmGUeBskEYh4+JfqYcwG6jwACCCCAAAIIIIAAAggggEDmBf5c28PXXnut9iXrnQjMt6ruFLP8sPU+LTdUPJH4gJZp1iE6mCcStaAQQAABBBBIVSB2TQtc81I9WZEOFrCKWeZhrEwg5uFToo8IIIAAAs0R4KwIIIAAAggggAACCJRH4JXaob788su1L1nvRCBgFbNMvNUTiRuobZiS1kTi4jrWoQqFAAI9FeB9CCDQkUDsmha45nX0vtK3B6xilnkAYgIxD58SfUQAAQQQQAABBBDolgA7I4AAAggggEC3BV6qfcfMmTNrX7LeiUDAKmbZwVunqj3NicTDdDzuQhQChQACCCCQqkDsmha45qV6sp4cLKvvCVjFLLPa79p+MYFYq8E6AggggAACCCCAAAIIIIBAMwU4NwIINE/gudpTP/3007UvWe9EIGAVs+zkrd5UmUjcWC8eVHpavgvx4J6+mfchgAACCCDQgUDsmha45nXwNpoDVjHLPAgxgZiHTynXfaTzCCCAAAIIIIAAAggggAACCCCQA4Ena/v46KOP1r7swnp5dwlYxSy7KDNF+62v9GYi8Qi9n7sQhUAhgAACCKQmELumBa55qZ2oaAcKWMUs8zBeJhDz8CnRRwQQQKAZApwTAQQQQAABBBBAAAEEyiQwS4N9Q2mtuXPnRjNmzGhd50fHAjayVc0eNrRlTVO3VisTicP1roeU7pTvQjygO29gXwRaBfiBAAIIdCzga5qvba17+Jrna1/rC350KGAjW9XsYENb1jRlf5UJxOx/RvQQAQQQQAABBBDolgA7I4AAAggggAACPRSIPUJz8uTJPTxMed4WMIoZ9kLiXr13qNLdicSj9J5FFAoBBBBAoAQCDRpi7NoWuPY1qBv5OU3AKGaYl5EwgZiXT4p+IoAAAggggAACCCCAQNEFGB8CCCDQbAFPWlX7cOedd1bXWQkLBIxihuF3davVx6tMJE7rwjt9F+JBXdiPXRBAAAEEEOiqgK9F1X0D177qNlbaBAJGMcO2vbL/kwnEun5GHBwBBBBAAAEEEEAAAQQQQAABBIovUJgRxmYMp02bFs2albunbTXsw7CNjRInjBkmtvXmpf/hcYgOsJmyoGfLHq59uAtRCBQCCCCAQCoCsWubr32+BqZy5AIexDY2SgwtZpjYltmXTCBm9qOhYwgg0FQBTo4AAggggAACCCCAAAIIlE/gVQ35AaVaEyZMqK6zEhcI2NjOhvEd0311tw43SNlE6eiOxL7axnchCqFLxU4IIIAAAgsS8LXN17jqfoFrYHVb2VcCNrazYe5omEDM3UdGhxFAAAEEEECgMwG2IYAAAggggAACCPRK4Mbad19zzTW1L1mvEQjYxOxqdq3Hqr+g0nckbqqD/0ZJ1g/UwF2IQqAQQKC4AoysoQKxa1zgGtjQzmT5ZAGbmF2W+57sGxOISRFeI4AAAggggAACCCCAQDMEOCcCCCCAQDYErlU35imt1dLSEk2cOLF1nR/zBWxim/ktkc1sV9PUkNV7dJbBSnIi8XNq20+hEEAAAQQQSEPA1zhf61qP5Wugr4WtL/hRFbCJbaoNUdN+P6jpQs9X6ziB2PNO8U4EEEAAAQQQQAABBBBAAAEEEMiLAP0smMDfNZ4rlWpddNFF1XVW2gQCJjazXdsOjf9ZmUj0dyQ+/OHpj9aSuxCFQCGAAAII9FrA1zhf66oHClwLq9vKuhIwsZntcknCBGIuPzY6jUCdBTg8AggggAACCCCAAAIIIIBAmQXG1g5+6tSp0aRJk2qbSr1uC5skEGJmiW2NfOnvSFxPJ/RE4otajlY6LrYggAACCCDQdYHYtc7XQl8Tu/72Yu9pC5skRhkzS2zL/EsmEDP/EdFBBBBAAAEEui7AnggggAACCCCAAAIIpCDwqI5xq1KtM888s7pe9pWAha1sliWaykTifVnqFH1BAIH0BDgSAk0Q8LXO17zqqQPXxOq2sq0ELGxls9xSMIGY24+OjiOAAAIIIIAAAggUSIChIIAAAgggkDWBc2o7NG3atGjcuHG1TaVct4EtEoM/N/E6Sy+fylJn6AsCCCCAQO4F+P0g8BF28/eDwBGy2cQEYjY/F3qFAAIIIIAAAggggAACCCCQCwE6iUBhBaZpZOOVah177LHR7Nmzq6/LtuKx2yAxbhs9lGjjJQIIIIAAAkUV4PeDxCdb5N8PmEBMfNi8RCCCAAEEEEAAAQQQQAABBBBAAAEELHCyfsxTWmvOnDnRYYdLlDTPAAAQAElEQVQd1rpeiB/dHITHboOat9nGRjVNrCKAAAIIIFB4AV/7fA1sHaivjb5Gtr4o4Q+P3QY1Q7eNjWqa8rnKBGI+Pzd6jQACCCAQEKAJAQQQQAABBBBAAAEEUhWYpaMdq1Rr/PjxpXyUqR9N5rFXIdpWbGOjtlf8RACBhglwIgQQaKqAr32+BlY74Wukr5XVhpKseMwee2K4trFRojl/L5lAzN9nRo8RQAABBBBAAIGiCTAeBBBAAAEEEMiuwFnq2gNKtUaPHh3NmDGj+rroKx6rx5wYp01sk2jmJQIIIIAAAqUQ8DXQ18LqYH2t9DWz2hBeKUyrx+oxJwZkE9skmvP5kgnEfH5u9BoBBBBAAAEEEEAAAQQQyIAAXUAAgZIIHKxx+nFcWrTV7rvvXorvQ/T3GnmsbaOu/rSFTaoNrCCAAAIIIFBCAV8LfU2sDt3XTF87qw0FXfEYPdbE8Gxhk0Rzfl8ygZjfz64+PeeoCCCAAAIIIIAAAggggAACCCBQfIHujfAp7b6vUq2WlpZo5MiR0bx5/reyanOhVjw2j9FjTQzMFjZJNPMSAQQQQACBUgn4WuhrYnXQvmb62ulraLWxYCsem8fosSaGZgubJJrz+5IJxPx+dvQcAQQQiAnwAgEEEEAAAQQQQAABBBCoo8A4HfsCpVpTpkyJtt122+rroq14bB5jYlw2sEWimZcINE6AMyGAAAIZEvA10dfGapd87fQ1tNpQsBWPzWNMDMsGtkg05/slE4j5/vzoPQIIIIAAAgjkX4ARIIAAAggggAACeRE4RB29VanWbbfdFo0YMaJQdyL6zgKPyWOrDrRtxWO3QdsrfiKAAAIIINA9gaLu7Wujr5HV8fka6mupr6nVxpyveCwek8eWGIrHboNEc/5fMoGY/8+QESCAAAIIIIAAAggggEBTBDgpAgggUEqBnTTqB5Rq+R/Shg8fXojvRPR3GnksHlN1gG0rHrPH3vaKnwgggAACCCBQK+BrpK+V1TZfS31N9bW12pjTFY/BY/GYEkPwmD32RHMxXjKBWPs5so4AAggggAACCCCAAAIIIIAAAsUXYIS9EXhfb/ZzS6drWS0/ymvo0KHRjBkzqm15W3HfPQaPJdF3j9Vj9tgTm3iJAAIIIIAAAhLwNdLXSl8z9bKtfE31tdXX2LaW/P103z0GjyXRe4/VY/bYE5uK8ZIJxGJ8jowCgdILAIAAAggggAACCCCAAAIIINAwgb/pTFsq/qt7LdqqpaUlGjRoUDRuXP6+Ash9dt89hrbRVH96jB6rx1xtZKV5ApwZAQQQQCCzAr5W+prpa2e1k762+hrra221MScr7rP77jEkuuwxeqwec2JTcV4ygVicz5KRIIAAAgggkEcB+owAAggggAACCCCQTwH/g9lwdd3f+6PF/Bo9enS066675uKRpn4kmfvqPs8fQXXNY/MYPdZqIysIIIAAAj0S4E3lEPA109dOX0NjI/a11tdcX3tjGzL4wn10X93nQPc8No/RYw1sLk4TE4jF+SwZCQIIIIAAAggggAACDRTgVAgggAACCER+ZJcf3XVB0mL8+PHRgAEDMn03ou8qcB/d12T/9dpj8tg8Rr2kEEAAAQQQQKCLAr52+hrqa2nsLb7m+trra3BsQ4ZeuG/uo/sa6JbH5LF5jIHNxWqaP4FYrHExGgQQQAABBBBAAAEEEEAAAQQQCAnQhkD6AofokKOVeUq15syZE/kv94cMGRJNmjSp2t7sFffFfXLf3MdEfzwGj8VjSmziJQIIIIAAAgh0Q8DXUl9TfW2tvs3XXl+DfS32Nbm6ockr7ov75L65j4nueAwei8eU2FTcl0wgFvezZWQlEmCoCCCAAAIIIIAAAggggAACCDRZwF98uJb64O8E0mJ+TZs2Ldpqq62iYcOGRRMnTpy/ocFrPrf74L64T4HTu+8eg8cS2Nz8JnqAAAIIIIBAzgR8TfW11dfYWNd9LfY12ddmX6NjGxv4wud2H9wX9ylwavfdY/BYApuL28QEYnE/W0aGAAIIIJB9AXqIAAIIIIAAAggggECRBJ7SYDZQjlH8l/pazK+pU6dG22+/fdS/f//o9NNPj2bNmjV/Y53WfA6fy+f0ud2HwKncV/fZffcYArvQhAACCPRKgDcjUGYBX1t9jfW11tfcmIWvzb5G+1rta7av3bEd6vDC5/C5fE6f230InMZ9dZ/dd48hsEuxm5hALPbny+gQQAABBBBAAAEE6iLAQRFAAAEEEECgE4GztG0lZbzSrlpaWqLjjz8+WnHFFSM/Ksz/gDdjxox2+/W0wcfyMX1sn8Pn8jk7OJ776L66zx3sQjMCCCCAAAIIpCDga62vub72tjucr9W+Zvva7Wu4r+W+prfbsYcNPpaP6WP7HD6Xz9nB4dxH9/WsKOpgjxI0M4FYgg+ZISKAAAIIIIAAAggggAACCHwowAIBBBol4NsLd9XJhiq3KsHyo8L8D3iDBg2KFltssdbHnB566KHR2LFjo3vuuSd67rnnotmzZ0fvvvtuNG/evNZ43W3e5n28r9/jx4/5GD6Wj+ljB0/a1ug+DdGq++i+apVCAAEEEEAAgToL+Jrra+9QncfXYi3al6/hvpb7mu5ru6/xvtb7mu9rv38H8O8C/p2A3w/a+6XVwgRiWpIcp2kCnBgBBBBAAAEEEEAAAQQQQAABBDIr8JB6tq2yrnKF4seBadG+5s6dG/kRYmPGjIn23XffaNNNN41WXXXVaMkll4wWWWSR6CMf+UjkeN1t3uZ9vK/f4/f6GO2PXG3xud0H98V9mlbdwgoCCCCAAAIINFKA3w8aqd3DczGB2EM43oYAAggg0GsBDoAAAggggAACCCCAAALlEXhUQ91bWUI5UHlAaVT9Ric6WllZOVZ5VVlKWUZZVvmyspyyvLKi4keW9dNygLKq8lXla8oayprK15V1lIHKIGU9xXcz+m4Kf0+SXlIIIFAjwCoCCCDQkUAzfz/w7yL+ncS/m/h3FPelo36Wsp0JxFJ+7AwaAQQQQAABBBDojQDvRQABBBBAAAEEeizwd73zIsUTbV/ScrRyg/KGUq/yBJ+/d+lFneAvis/1upZ/Uv6o/EH5veLHqnmfF7Q+U3lO+Z3yW+Vp5UnlCeUx5RFluvKw4jsZH9TyTsUTk1pQCCCAAAIIFEGgYWNoxO8Hvv77dw7/7uHfQfy7iH8n8bkbNtA8nYgJxDx9WvQVAQQQQAABBBBAAAEEEOiNAO9FAAEEsiXgOwHHqUs7K0srvvtvRy1PUq5RfGeAJ/PmaP09xY8grUQvM1XPqje+M3GClhQCCCCAAAII9Fygp78f+HcF/87g3x38O4R/l/DvFP7dwr9j+HcN/87h3z18jp73sCTvZAIx5x803UcAAQQQQAABBBBAAAEEEEAAgeILlGSEvgPwJo31h8puiu8M8KNEP6f1hRX/O5bjR5G+rddZqZ+pI36kaYuWFAIIIIAAAgikK9DV3w/8u4J/Z/DvDv4dwr9L+HcK/27hY6TbqxIczb90lWCYDBEBBBDInAAdQgABBBBAAAEEEEAAAQQQ6JnAS3rbHkqzy5OYu6oTeyrvKBQCIQHaEEAAAQQQyKUAE4i5/NjoNAIIIIAAAgg0T4AzI4AAAggggAACCGRA4Eb14WKlWfW8Try2Ml6hEEAAAQQKKcCgECi3ABOI5f78GT0CCCCAAAIIIIAAAuURYKQIIIAAAkUTOFQDelxpdF2nE/r7Dj2JqFUKAQQQQAABBBAonkCuJxCL93EwIgQQQAABBBBAAAEEEEAAAQQQSArwGoEOBN5X+zbKP5RGlB9T6seV7qKTeV0LCgEEEEAAAQQQKKYAE4jF/FwZFQJZF6B/CCCAAAIIIIAAAggggAACCKQh8JoOsrMyT6lnvaiD+67Dn2lJdV2APRFAAAEEEEAgpwJMIOb0g6PbCCCAAAIINEeAsyKAAAIIIIAAAgggkDmBu9WjM5V6lR9ZuqYOziNLhUAhgEBZBBgnAgiUXYAJxLL/L4DxI4AAAggggAACCJRDgFEigAACCCBQbIETNLyHlTTrXR3se4ofWfpvLSkEEEAAAQQQQCD7Ain1kAnElCA5DAIIIIAAAggggAACCCCAAAL1EOCYCCDQJYEPtNcI5Q0ljfqTDrKucrlCIYAAAggggAACpRNgArF0HzkDzoAAXUAAAQQQQAABBBBAAAEEEEAAgfQF3tQh/X2IWvS6vqgjnKwMUXpavA8BBBBAAAEEEMitABOIuf3o6DgCCCCAQOMFOCMCCCCAAAIIIIAAAghkXOBB9e8oJY3aTgfx8W7VckOFQgCB0ggwUAQQQAABJhD53wACCCCAAAIIIIBA8QUYIQIIIIAAAgiUSeBsDfZuJa3aRgeaqtyuDFcoBBBAAAEEEMiqAP1KTYAJxNQoORACCCCAAAIIIIAAAggggEDaAhwPAQQQ6KGAH2X6Sg/e+2e9x5OFWrSrLdVyj/JrZTOFQgABBBBAAAEECivABGJhP9rMDoyOIYAAAggggAACCCCAAAIIIIBA8QWaPcJ/qANbK+8r3al3tPMwxZOFk7UMlScPPYno7d4vtA9tCCCAAAIIIIBArgWYQMz1x0fnEUAAgUYKcC4EEEAAAQQQQAABBBBAIFcCz6i3Byvdqcq/ld2hN22iVCYLtdquNlaLH2t6n5Z+zKkWFAJFEGAMCCCAAAIIRFHllyIsEEAAAQQQQAABBIoqwLgQQAABBBBAAIHyClyqod+kdLWS/1bm71LcXG+uTBZqtV1toJZblYeU7RUKAQQQQACB5ghwVgRSFEj+UpTioTkUAggggAACCCCAAAIIIIBAbwR4LwIIIIBAKgK76ygvKV2pjv6tbIre/C1lQ8WThVq0q8Fq8WTldC39HYxaUAgggAACCCCAQD4FOvqlKJ+jyX6v6SECCCCAAAIIIIAAAggggAACCBRfgBFmS+Btdcffh+ilVjutPp1ujaL7tX1bZYjiyUIt2tVAtUxQHlV2USgEEEAAAQQQQCB3Akwg5u4jo8MIINAcAc6KAAIIIIAAAggggAACCCCQY4Hn1fe9lQXVgiYQK++fppUdlUGKJwu1aFdrq2W88qSym0LlQoBOIoAAAggggIAFmEC0AkEAAQQQQACB4gowMgQQQAABBBBAAAEE2gR+ocVlSmf1sc42BrbNUNu3FU8WXqtlqNZQ49XKb5U9FQoBBBBAoB4CHBMBBFIVYAIxVU4OhgACCCCAAAIIIIAAAmkJcBwEEEAAAQTqIHCQjvmM0lF19Q7E5PsfV8MopTJZqNV29VW1XKH4bsh9tKQQQAABBBBAAIHMCjRyAjGzCHQMAQQQQAABBBBAAAEEEEAAAQRSE+BACGRZ4H11zt+H+A8tQ9Xbfyt7WgfdQ6lMFmq1XfVXy1jlRWU/hUIAAQQQQAABBDIn0NtfijI3IDqEAAL1EOCYCCCAAAIIIIAAAggggAACCBRG4BWN+18LIAAAEABJREFUZGclVGn9W9mzOri/c3GAlp4s1KJdraiWi5XfK74zUotmF+dHAAEEEEAAAQTaBNL6pajtaPxEAAEEEEAAgWwJ0BsEEEAAAQQQQAABBBAICdytxh8pyerpI0yTx6m8nqmVfZWVFE8WatGullPLBcoflcOUtPugQ1IIIFB4AQaIAAIIpCzABGLKoBwOAQQQQAABBBBAAIE0BDgGAggggAACCNRd4Hid4WGltj5a+yLF9Zd0rAOUryieLNSiXS2rlnOV15QjlY8rFAIIIIAAAggUXCCrw2MCMaufDP1CAAEEEEAAAQQQQAABBBDIowB9RgCB/Aj8V13dVpmjVKre/1b2B53oEMWThedp+YGSrKXUcLbiicRjtFxEoRBAAAEEEEAAgYYK1PuXooYOhpMhUB8BjooAAggggAACCCCAAAIIIIAAAgUV+IvGtYPyQRTpZxQ16t/K/qSzHa4so3iy8D9aJquvGs5QPJF4gpaLKhQCCCCAAAIIINAQgUb9UtSQwXASBBBAAAEEYgK8QAABBBBAAAEEEEAAAQQWLHCfdjlRcfXxjwbmzzrXUYonEj1Z+LbWk/UZNfxQeV05RVlcoRBAoFaAdQQQQACB1AWYQEydlAMigAACCCCAAAII9FaA9yOAAAIIIIAAAg0W8OTd3Tpns/6t7K8693HKFxVPFr6lZbIWU4MnOj2ReLrWP6dQCCCAAAII5FqAzmdXoFm/FGVXhJ4hgAACCCCAAAIIIIAAAgj0VID3IYAAAnkVmKeO76z4jkAtmlZ/15lPUnxHoicL/VovY+XvRDxWLZ5I/JGWX1AoBBBAAAEEEEAgVQEmEFPlLOLBGBMCCCCAAAIIIIAAAggggAACCBRfgBFK4B/KdkoWyncgnqqOeCLRk4WztZ6sj6vhB4q/I/FcLX33ohYUAggggAACCCDQewEmEHtvyBEQQACBbArQKwQQQAABBBBAAAEEEEAAge4KPNbdN9R5/3d0/DMVTyT6uxLf0Hqy/O97h6nxVWWMspxClUmAsSKAAAIIIFAHAf+CUYfDckgEEEAAAQQQQACBngrwPgQQQAABBBBAAAEEEgLv6/XZiicSD9fSk4VatKuD1fJ75SJlBYVCAAEEEMiwAF1DIMsCTCBm+dOhbwgggAACCCCAAAIIIJAnAfqKAAIIIIBAvQX8XY3n6SRfUiqThVptV/ur5SXlMqWfQiGAAAIIIIAAAt0SYAKxUy42IoAAAggggAACCCCAAAIIIIBA8QUYIQK5FPiJer28Upks1Gq7Gq2WmcrlyqoKhQACCCCAAAIIdEmACcQuMbETAgjkToAOI4AAAggggAACCCCAAAIIIFAOgUs0zJWUymShVtvVXmr5nXKVsrpSnGIkCCCAAAIIIFAXASYQ68LKQRFAAAEEEECgpwK8DwEEEEAAAQQQQAABBHokME7vGqBUJgu12q52V8tTynjl6wqFAAIINE2AEyOAQLYFmEDM9udD7xBAAAEEEEAAAQQQyIsA/UQAAQQQQACBbAhcqW6spuyheLJQi3a1i1oeU36hDFQoBBBAAAEEEEAgJtDJBGJsP14ggAACCCCAAAIIIIAAAggggEAhBRgUAggUVOBqjWtNZZTiyUIt2tVItUxXblTWUygEEEAAAQQQQKBVgAnEVgZ+IFAwAYaDAAIIIIAAAggggAACCCCAAALFF+jaCK/VbusolclCrbarHdQyTblFWV+hEEAAAQQQQKDkAkwglvx/AAwfAQQQQCBbAvQGAQQQQAABBBBAAAEEEKiTwPU67jeUymShVtvVCLXcr/xKGaZQCCBQJwEOiwACCGRdgAnErH9C9A8BBBBAAAEEEEAgDwL0EQEEEEAAAQQQyIvAzeroEKUyWajVdrWVWu5V7lQ2VSgEEEAAAQQQaBMozU8mEEvzUTNQBBBAAAEEEEAAAQQQQACB9gK0IIAAAqUVuE0j31CpTBZqtV19Uy13KfcoWygUAggggAACCJREgAnEknzQpRomg0UAAQQQQAABBBBAAAEEEEAAgeILMMK0BCbpQMOVzRVPFmrRrrzd+03Vlq0VCgEEEEAAAQQKLsAEYsE/YIaHAAII5Eng/9m7D2jZyvJu4EOKJdE0xNgbKMWOIiiggmBi0IjYUMEuWFCxK/aCXbGgApaoYFdEI7EhKkVBFLuAgrFhEgkmXyRRE5Xv/9zrPcyZmXvuPXX2fue31vO/e887M3u/z2+zkrV81jnHXgkQIECAAAECBAgQIEBgagKfyJ3rJw73zrGGhTmMVf3EYv3k4il5Z79EEViSgC8RIECAQPcFDBC7/4zskAABAgQIECDQdQH7I0CAAAECBAgQaEfgpLRSv9Z0jxxrWJjDWO2elfpbil/I8d6JIkCAAIHZENDlDAkYIM7Qw9YqAQIECBAgQIAAAQIE5gt4RYAAAQIENirwubyzb1LDwuNznFS3zeL7ky8l90sUAQIECBAg0IiAAWIjD3KuDScECBAgQIAAAQIECBAgQIBA+wI6JLB2AqflVvdMNgwLczpWO2Xl3cnZyYGJIkCAAAECBHouYIDY8wdo+wQItCOgEwIECBAgQIAAAQIECBAg0GGBM7K3+yYbhoU5HatbZuWdyTeShyRqgoAlAgQIECDQBwEDxD48JXskQIAAAQIEuixgbwQIECBAgAABAgRmSeDLafYByY5JDQtzGKubZuVtyXeSRySKAAECLQjogcBMCRggztTj1iwBAgQIECBAgAABApcJOCNAgAABAgSWIfDVfPdByc2SGhbmMFbbZ+WY5LzkUYkiQIAAAQIEeiLQ1gCxJ+i2SYAAAQIECBAgQIAAAQIECCxDwFcJEOiSwDezmYclOyQ1LMxhrG6UlTcmFySHJIoAAQIECBDouIABYscfkO0RmBUBfRIgQIAAAQIECBAgQIAAAQK9Fjgnuz84qWHhm3KcVDfI4uuTHyaHJooAAQIECBDoqIABYkcfjG0RIECAAIGeCNgmAQIECBAgQIAAAQIEhgW+lxePTm6Q1LAwh7G6TlaOSC5Mnpz8UaIIEOi2gN0RIDBjAgaIM/bAtUuAAAECBAgQIEBgvYB/CRAgQIAAAQKrKvDPufrjkg3DwktzPlrXyMIrkhokPj3HyyeKAAECBAgQWFGBpV3MAHFpbr5FgAABAgQIECBAgAABAgSmI+CuBAgQ6JfAj7PdJybXSmpY+JscR+uqWXhJ8tPkWcmfJooAAQIECBCYooAB4hTx3ZrABgFHAgQIECBAgAABAgQIECBAoH2BGe+whoNPjcE1kxoW/irH0fqrLLwwqZ9IfF6Of54oAgQIECBAYAoCBohTQHdLAgQIEGhGQCMECBAgQIAAAQIECBAgsDiBn+XjhyU1SKxh4SU5H60aHD43izVIfFGOWyaKwDQF3JsAAQIzJ2CAOHOPXMMECBAgQIAAAQKDAQMCBAgQIECAAIEpC/w8939OUoPE+mnD/8z5aNWvMn1mFmuQWD+1+Nc5VwQIECBAYBECPrpUAQPEpcr5HgECBAgQIECAAAECBAisvYA7EiBAgEBrAv+Vhp6f1CCx/v7hv+d8tC6fhacnNUisv6NYn81LRYAAAQIECKyWgAHiasm67mYL+CABAgQIECBAgAABAgQIECDQvoAOCWxC4H/y/uFJDQdrWPivOR+tP8zCk5OfJEck10kUAQIECBAgsAoCBoirgOqSBAgQmBEBbRIgQIAAAQIECBAgQIAAgZUW+N9c8GXJtZIaFtZPHeZ0rA7Nyg+T1yc3SNTqCbgyAQIECMyggAHiDD50LRMgQIAAAQKzLqB/AgQIECBAgAABAp0X+G12+KqkBokbhoV5OVaHZOWC5E3JjRJFgAABAnMCTggsXcAAcel2vkmAAAECBAgQIECAAIG1FXA3AgQIECAwmwKvTdvXSzYMC3M6Vo/MynnJm5MdEkWAAAECBAgsQ8AAcRl4K/FV1yBAgAABAgQIECBAgAABAgTaF9AhAQIrIvCGXGWb5FFJDQtzGKuHZ+XbyduSmyWKAAECBAgQWIKAAeIS0HyFAAECg8EAAgECBAgQIECAAAECBAgQIDAdgaNy2+2SRyQ1LMxhrB6Sla8n70x2TJZavkeAAAECBGZSwABxJh+7pgkQIECAwCwL6J0AAQIECBAgQIAAgUYE3pI+bpJsGBbmdKwOzMpXkncnOyWKAIGZEdAoAQLLETBAXI6e7xIgQIAAAQIECBAgsHYC7kSAAAECBAgQmCzw9izfIqlh4dk5Tqr7ZfFLyfuT2yaKAAECBAgQWEBgqgPEBfblLQIECBAgQIAAAQIECBAgQKARAW0QIEBgjQSOy31ulWwYFuZ0rO6dlS8kxye7J4oAAQIECBCYIGCAOAHFEgECmxTwAQIECBAgQIAAAQIECBAgQKB9gb52+N5sfOdkw7Awp2N1j6ycknw02SNRBAgQIECAwJCAAeIQhlMCBAgQINC+gA4JECBAgAABAgQIECAwMwIfTKe7JvslNSzMYazulpWTkxOTvRNFoBEBbRAgQGB5AgaIy/PzbQIECBAgQIAAAQJrI+AuBAgQIECAAAECSxX4cL54h+TvkxoW5jBWf5eVTyWfTO6SKAIECBAgMB2BjtzVALEjD8I2CBAgQIAAAQIECBAgQKBNAV0RIECAQGcE/jE7uVOyYViY07G6c1b+KflMctdEESBAgACBmRQwQJzJx67pZQr4OgECBAgQIECAAAECBAgQINC+gA7bFfh4WvubpIaFdZ7TsdozKzVw/HyO+yaKAAECBAjMlIAB4kw9bs0SIEBg1gX0T4AAAQIECBAgQIAAAQIE5gQ+nbP6acQNw8K8HKvbZ6V+BerpOd4rUb0QsEkCBAgQWK6AAeJyBX2fAAECBAgQIEBg9QXcgQABAgQIECBAgMDqCXw2l66/j7hhWJiXY3W7rHwgOTPZP1EECBAgsBoCrtkZAQPEzjwKGyFAgAABAgQIECBAgEB7AjoiQIAAAQI9Ejg1e90v2TWpYWEOY3WbrLwn+UpyQKIIECBAgECTAgaITT7WVW3KxQkQIECAAAECBAgQIECAAIH2BXRIYJYFvpDm75PsnNSwMIex2jErxyZfSx6cKAIECBAg0JSAAWJTj1MzBAgQWEjAewQIECBAgAABAgQIECBAgMAiBL6Uz94/uVVSw8IcxurmWfmH5FvJw5IOlC0QIECAAIHlCxggLt/QFQgQIECAAAECqyvg6gQIECBAgAABAgQITFPg7Nz8gUkNC9+e46S6cRbfkpybHJwoAgQILF7ANwh0SMAAsUMPw1YIECBAgAABAgQIEGhLQDcECBAgQIBAUwLfSDcPSTYMC3M6Vttm5ajk/OQxiSJAgAABAr0UMEBc3GPzaQIECBAgQIAAAQIECBAgQKB9AR0SIEBgIYHv5M1HJBuGhTkdq62zcmTyg+TxiSJAgAABAr0SMEDs1eOyWQIEli7gmwQIECBAgAABAgQIECBAgED7Ak+1IGkAABAASURBVGva4Xdzt0cl2yQ1LMxhrK6bldckP0melPjfY4OgCBAgQKD7Av4fVvefkR0SIECAAIHZFtA9AQIECBAgQIAAAQIEui1wQbb32OR6SQ0Lcxira2bllcmFydOSyyWKAIFhAecECHRKwACxU4/DZggQIECAAAECBAi0I6ATAgQIECBAgMCMCfww/T4huVZSw8Lf5jhaV8vCS5MaJB6W458kigABAgQIdE5gMQPEzm3ehggQIECAAAECBAgQIECAAIEVF3BBAgQIEFieQA0Hn5JL1E8dvizHXyejdZUsHJ7UZ5+T458ligABAgQIdEbAALEzj8JGCKymgGsTIECAAAECBAgQIECAAAEC7QvosGMC/5b9PD2pQWINC/8756P1F1l4flKDxBfk+FeJIkCAAAECUxcwQJz6I7ABAgQIECCwgIC3CBAgQIAAAQIECBAgQKDvAhengWclNUisYeH/y/loXSkLz05qkPjiHLdK1CwJ6JUAAQIdEzBA7NgDsR0CBAgQIECAAIE2BHRBgAABAgQIECBAYESgBofPy1r9jcQaFv4856N1hSw8I/lp8vLk6okiQIAAgQ4LtLo1A8RWn6y+CBAgQIAAAQIECBAgQGApAr5DgAABAgRWW+CS3OBFSf1EYg0Lf5bz0fqjLNTfUaxB4qtzfu1EESBAgACBNRMwQFwzajeanoA7EyBAgAABAgQIECBAgAABAu0L6JBA7wR+lR2/NKlB4oZhYV6O1ROy8qPkdcn1E0WAAAECBFZdwABx1YndgAABAgSWLOCLBAgQIECAAAECBAgQIECgfYHfpMVXJjVIfGKONSzMYawem5XvJ29Ibpi0UzohQIAAgc4JGCB27pHYEAECBAgQIECg/wI6IECAAAECBAgQIEBgSQJH5FvXTR6X1LAwh7F6dFa+mxydbJ8oAgQITE3AjdsVMEBs99nqjAABAgQIECBAgAABAosV8HkCBAgQIECgGwKvzza2TjYMC3M6Vgdl5TvJW5ObJIoAAQIECKyYgAHiilF29UL2RYAAAQIECBAgQIAAAQIECLQvoEMCBBoVeFP62japYeE5OU6qh2bxm8k7klskigABAgQILFvAAHHZhC5AgACBVRJwWQIECBAgQIAAAQIECBAgQKB9gc3r8M352A7JhmFhTsfqgVn5avKu5NaJIkCAAAECSxYwQFwynS8SIECAAAECBCYLWCVAgAABAgQIECBAgMAqCfxDrnuzZMOwMKdjdf+snJW8L9klUQQIrJKAyxJoWcAAseWnqzcCBAgQIECAAAECBBYj4LMECBAgQIAAgb4IHJuN7pg8IKlhYQ5jdZ+sfDH5YLJboggQIECAwGYLND5A3GwHHyRAgAABAgQIECBAgAABAgR6K2DjBAgQmFmBd6fz2yT3TWpYmMNY3TMrpyYnJHdMFAECBAgQ2KSAAeImiXyAAIGpCLgpAQIECBAgQIAAAQIECBAg0L6ADldK4P250O2SDcPCnI7V3bPy2eRjyZ0SRYAAAQIENipggLhRGm8QIECAAAECSxHwHQIECBAgQIAAAQIECBCYmsDxufPtkxoWfi7HSbVPFk9KPpH8TaIILEnAlwgQaFvAALHt56s7AgQIECBAgAABApsr4HMECBAgQIAAAQLtCHw0reyRbBgW5nSsanhYQ8QaJtbnxj5ggQABAgSaFNispgwQN4vJhwgQIECAAAECBAgQIECAQFcF7IsAAQIECGxU4J/yzt7JhmFhTseqfp1p/VrT+onF+snFsQ9YIECAAIHZEzBAnL1nruM+CNgjAQIECBAgQIAAAQIECBAg0L6ADgmsncCncqu7JHslNSzMYazukJUTktOS+luKOSgCBAgQmFUBA8RZffL6JkCAAIFVEXBRAgQIECBAgAABAgQIECDQYYHPZG93S+6Y1LAwh7HaNSsfTL6Y3DdREwQsESBAoHUBA8TWn7D+CBAgQIAAAQIENkfAZwgQIECAAAECBAjMksDn0+w9kt2SGhbmMFa7ZOW9yVnJ/RNFgACBFgT0sJkCBoibCeVjBAgQIECAAAECBAgQINBFAXsiQIAAAQIEliFwer5776SGhe/LcVLdOovvSr6aPDBRBAgQIDADAgaIM/CQe9eiDRMgQIAAAQIECBAgQIAAAQLtC+iQAIEuCZyZzeyfbBgW5nSsbpGVdyTfTB6aKAIECBBoWMAAseGHqzUCBAistYD7ESBAgAABAgQIECBAgAABAr0W+Ep2f0CyYViY07G6SVbempyTHJQoAgQIEGhQwACxwYeqJQIECBAgQIDAIgV8nAABAgQIECBAgAABAsMCX8+LByc3TWpYmMNYbZeVo5PvJY9OFAEC3RewQwKbLWCAuNlUPkiAAAECBAgQIECAAIGuCdgPAQIECBAgQGBVBb6Vqz882T6pYWEOY7VNVt6QfD95XKIIECBAoAEBA8SuPUT7IUCAAAECBAgQIECAAAECBNoX0CEBAgT6JXButvvI5IZJDQtzGKvrZ+W1yY+SJyRbJIoAAQIEeipggNjTB2fbBAh0T8COCBAgQIAAAQIECBAgQIAAgfYFZrzD89P/IUkNC1+X46S6dhZfnVyYPCX540QRIECAQM8EDBB79sBslwABAgQIEFhxARckQIAAAQIECBAgQIAAgcUJ/CAff3yyYVj4u5yP1tWz8PKkBonPyPGKiSIwTQH3JkBgEQIGiIvA8lECBAgQIECAAAECBLokYC8ECBAgQIAAAQJTFvhJ7v+k5FpJDQv/N8fR2ioLL05qkPjsHK+cKAIECBDouEC3Bogdx7I9AgQIECBAgAABAgQIECBAYAUEXIIAAQIEWhP4lzT0tKQGiTUs/GXOR+svs/CCpAaJz8/xLxJFgAABAh0VMEDs6IOxLQJ9E7BfAgQIECBAgAABAgQIECBAoH0BHRLYhMBFef+ZyTWTGhb+IsfRqp9AfE4Wa5B4eI5XSRQBAgQIdEzAALFjD8R2CBAgQIDAGgu4HQECBAgQIECAAAECBAgQWGmB/8gFn5vUILGGhfU6L+fVn+TVYUkNEl+W49UStXoCrkyAAIFFCRggLorLhwkQIECAAAECBAh0RcA+CBAgQIAAAQIECHReoH4C8YXZZQ0S6ycT6ycU83JeXS6vnprUIPGVOdavQc1BESBAgMB6gen8a4A4HXd3JUCAAAECBAgQIECAAIFZFdA3AQIECBCYPYH6m4j1txFrkFh/K7H+ZuKoQv1v1U/K4o+T1yTXSxQBAgQITEmg/o/ylG7ttgTaEdAJAQIECBAgQIAAAQIECBAg0L6ADgkQWLbA/+UKL0/qpww3DAvzcqwen5V/To5MtkkUAQIECKyxgAHiGoO7HQECBAh0SsBmCBAgQIAAAQIECBAgQIAAgbUX+F1u+erkOkkNC3+Q46R6TBa/lxyVbJsstXyPAAECBBYpYIC4SDAfJ0CAAAECBAgQ6IKAPRAgQIAAAQIECBAg0IjA69LH9ZMaFp6f46Q6OIvnJm9JbpwoAgRmRkCj0xIwQJyWvPsSIECAAAECBAgQIEBgFgX0TIAAAQIECBCYLPDGLN8w2TAszOlYPSwr30rentw8UQQIECCwSgIGiKsEO0uX1SsBAgQIECBAgAABAgQIECDQvoAOCRAgsEYCx+Q+2ycPT2pYmMNYPSgrX0uOTW6VKAIECBBYYQEDxBUGdTkCBAj0SMBWCRAgQIAAAQIECBAgQIAAgfYF+trhW7PxmyYPTmpYmMNYHZCVLyfvSXZOFAECBAiskIAB4gpBugwBAgQIECBAYO0E3IkAAQIECBAgQIAAAQIzI/COdHrLZMOwMKdjtX9Wzkg+kOyaKAKNCGiDwPQEDBCnZ+/OBAgQIECAAAECBAjMmoB+CRAgQIAAAQIElirwrnxxp6SGhWfmOKnulcXTkg8nt08UAQIECCxRwABxiXAbvuZIgAABAgQIECBAgAABAgQItC+gQwIECBDojMD7spNdkhoWnp7jpNo3i59P/jHZM1EECBAgsEgBA8RFgvk4AQLNCGiEAAECBAgQIECAAAECBAgQaF9Ah+0KfCit7ZZsGBbmdKzumpXPJB9P7pwoAgQIENhMAQPEzYTyMQIECBAgQKArAvZBgAABAgQIECBAgAABAgTmBD6Sszsmd0tqWJjDWP1tVj6ZfCr5u0T1QsAmCRCYpoAB4jT13ZsAAQIECBAgQIDALAnolQABAgQIECBAgMDqCXwsl94ruUtSw8IcxmrvrJyYnJz8faIIECBAYCMCyxogbuSalgkQIECAAAECBAgQIECAAIGGBLRCgAABAgR6JPCJ7LV+4nDDsDAvx2qPrNRPLp6S436JIkCAAIERAQPEERAvCcyIgDYJECBAgAABAgQIECBAgACB9gV0SGCWBU5K8/U3EGtY+NGcT6rds1h/S/ELOd47UQQIECDwewEDxN9DOBAgQIAAgX4I2CUBAgQIECBAgAABAgQIECCwCIHP5bN3T2pYeHyOk+q2WXx/8qXkfkkHyhYIECAwXQEDxOn6uzsBAgQIECBAgMCsCOiTAAECBAgQIECAAIFpCpyWm98zuV1Sw8IcxmqnrLw7OTs5MFEECBBYvEAj3zBAbORBaoMAAQIECBAgQIAAAQIEVkfAVQkQIECAAIGmBL6Ybu6b3CapYWEOY3XLrLwz+UbykEQRIEBg5gQMEGfukWt4MBhAIECAAAECBAgQIECAAAECBNoX0CEBAgQWEjgrbz4g2TGpYWEOY3XTrLwt+XbyiEQRIEBgZgQMEGfmUWuUAAECLQjogQABAgQIECBAgAABAgQIEGhfYE07/Gru9qDkZkkNC3MYqx2yckxyXvKoRBEgQKB5AQPE5h+xBgkQIECAAAECHRCwBQIECBAgQIAAAQIECHRb4JvZ3sOSGha+OcdJdaMsvjG5IDkkUQQIjAp43YyAAWIzj1IjBAgQIECAAAECBAgQWHkBVyRAgAABAgQIzJjAOen3oKSGhW/KcVLdIIuvT36YHJooAgQINCdggNjcI91kQz5AgAABAgQIECBAgAABAgQItC+gQwIECBBYnsD38vVHJ1snNSzMYayuk5UjkguTJyd/lCgCBAg0IWCA2MRj1AQBArMhoEsCBAgQIECAAAECBAgQIECgfQEddkzg+9nP45LrJjUszGGsrpGVVyQ1SHx6jldIFAECBHotYIDY68dn8wQIECBAgEAvBGySAAECBAgQIECAAAECBPou8KM08MTkmkkNC3+T42hdNQsvSX6SPCv500TNkoBeCTQkYIDY0MPUCgECBAgQIECAAAECKyvgagQIECBAgAABAgRGBH6a109NapBYw8Jf5Xy0tszCC5P6icTn5fjniSJAgECvBGZtgNirh2OzBAgQIECAAAECBAgQIECAwJIEfIkAAQIECKy2wM9yg8OSGiS+KMdLktGqweFzs1iDxBoo1mAxLxUBAgS6L2CA2P1nZIcECKwT8A8BAgQIECBoZERXAAAQAElEQVRAgAABAgQIECDQvoAOCfRO4OfZ8bOTGiTWTxv+Z85Hq36Vaf1K0xok1k8t/vXoB7wmQIBA1wQMELv2ROyHAAECBAi0JqAfAgQIECBAgAABAgQIECDQvsB/pcXnJ9dKalj47zmO1uWz8PSkBon1dxRr6JiXjZQ2CBBoSsAAsanHqRkCBAgQIECAAAECKyfgSgQIECBAgAABAgQILFrgv/ONw5MaJNaw8N9yPlp/mIUnJz9JjkiumygCBAhMTWDSjQ0QJ6lYI0CAAAECBAgQIECAAAEC/RWwcwIECBAgQGD6Ar/OFl6W1E8Z1rCwfuowL8fq0Kz8IHl9coNEESBAoBMCBoideAw2QWBTAt4nQIAAAQIECBAgQIAAAQIE2hfQIQECDQr8Nj29KqmfSKxh4Q9zPqkOyeIFyZuSGyWKAAECUxUwQJwqv5sTIECAQPMCGiRAgAABAgQIECBAgAABAgTaF9i8Dl+bj10veWxSw8IcxuqRWTkvOSbZIVEECBCYioAB4lTY3ZQAAQIECBAgQKDrAvZHgAABAgQIECBAgACBVRI4MtfdJnlUUsPCHMbqEVn5dvK25GaJIkBglQRcdrKAAeJkF6sECBAgQIAAAQIECBAg0E8BuyZAgAABAgQI9EXgqGx0u2TDsDCnY/WQrHw9eWeyY6IIECCwJgIGiGvC7CbLE/BtAgQIECBAgAABAgQIECBAoH0BHRIgQGBmBd6Szm+S1LDwGzlOqgOz+JXk3cltEkWAAIFVFTBAXFVeFydAgMCMC2ifAAECBAgQIECAAAECBAgQaF9Ahysl8PZc6OZJDQvPznFS3S+LZybvT26bKAIECKyKgAHiqrC6KAECBAgQIECg3wJ2T4AAAQIECBAgQIAAAQJTEzgud75Vcv/kS8mkuncWv5Acn+yeKAJLEvAlAhsTMEDcmIx1AgQIECBAgAABAgQI9E/AjgkQIECAAAECBNoReE9a2Tm5T1LDwhzG6h5ZOSX5SLJHoggQILAiAgaIK8K4mhdxbQIECBAgQIAAAQIECBAgQKB9AR0SIECAAIGNCnwg7+ya7JfUsDCHsfr7rJycnJjsnSgCBAgsS8AAcVl8vkyAAIEFBLxFgAABAgQIECBAgAABAgQItC+gQwJrJ/Dh3OoOyYZhYU7H6u+y8qnkk8ldEkWAAIElCRggLonNlwgQIECAAIGWBfRGgAABAgQIECBAgAABAgQ6LPCP2dudkhoWfjrHSXXnLP5T8pnkbomaIGCJAIGNCxggbtzGOwQIECBAgAABAgQI9EvAbgkQIECAAAECBAjMksDH02wNCit1npdjtWdWPpp8Ptk3UQQIENgsgY4PEDerBx8iQIAAAQIECBAgQIAAAQIEei1g8wQIECBAgMAyBOqnEOunEeunEuunEydd6vZZrF+BenqO90oUAQIEFhQwQFyQx5sECCxZwBcJECBAgAABAgQIECBAgACB9gV0SIBAlwROzmbq7yPW30msYWFejtXtsvKB5Mxk/0QRIEBgooAB4kQWiwQIECBAYHYFdE6AAAECBAgQIECAAAECBAj0WuCU7H6/ZNekhoU5jNVtsvKe5MvJAYkiQIDAPAEDxHkcXhAgQIAAAQIECBDorYCNEyBAgAABAgQIECBAYFjgC3lxn2TnpIaFOYzVrbJybPK15MGJIkCg+wJrskMDxDVhdhMCBAgQIECAAAECBAgQILAxAesECBAgQIAAgVUV+FKufv+khoXH5Tipbp7Ff0i+lTw8UQQIzLiAAeKM/weg/VUScFkCBAgQIECAAAECBAgQIECgfQEdEiBAoF8CZ2e7ByY1LHx7jpPqxll8c3JucnCiCBCYUQEDxBl98NomQIAAgckCVgkQIECAAAECBAgQIECAAIH2BWa8w2+k/4ckN0nekkyqbbN4VHJ+8phEESAwYwIGiDP2wLVLgAABAgQIEGhUQFsECBAgQIAAAQIECBAgsDiBb+fjj0i2S2pYmMNYbZ2VI5MfJI9PFIFpC7j/GgkYIK4RtNsQIECAAAECBAgQIECAwCQBawQIECBAgAABAlMWOC/3f1SyTVLDwhzG6rpZeU3y4+RJyR8migCBhgUMEBt+uFNrzY0JECBAgAABAgQIECBAgACB9gV0SIAAAQKtCVyQhh6bXC+pYWEOY3WtrLwy+UnytORyiSJAoEEBA8QGH6qWCBAgsFQB3yNAgAABAgQIECBAgAABAgTaF9AhgU0I/DDvPyGpYeGrcvxtMlpXy8JLkwuTZyZ/kigCBBoSMEBs6GFqhQABAgQIEJhZAY0TIECAAAECBAgQIECAAIGVFqjh4JNz0WsmL0t+nYzWVbLwoqQ++5wc/yxRqyfgygTWTMAAcc2o3YgAAQIECBAgQIAAAQKjAl4TIECAAAECBAgQ6LzAv2WHT0/qJxIPz/F/ktH6iyw8P6lB4gty/KtEESDQYwEDxJV+eK5HgAABAgQIECBAgAABAgQItC+gQwIECBAgMHsC/56Wn5XUTyTWsPC/cj5aV8rCs5MaJL44x6smigCBHgoYIPbwodkyAQKrI+CqBAgQIECAAAECBAgQIECAQPsCOiRAYNkC/5krPC+pQWINC3+e89G6QhaekfwkeXlyjUQRINAjAQPEHj0sWyVAgAABAgQmClgkQIAAAQIECBAgQIAAAQIE1l7gktyy/v5hDRIPy/nPktH64yw8JalB4qtzvHay1PI9AgTWUMAAcQ2x3YoAAQIECBAgQIAAgWEB5wQIECBAgAABAgQINCDwq/TwkqQGiU/N8afJaG2RhSckP0pel1w/UQQIdFhgZQeIHW7U1ggQIECAAAECBAgQIECAAIEVEnAZAgQIECBAgMC4wG+y9IqkBolPzLGGhTmM1WOz8v3kDckNE0WAQAcFDBA7+FBsicA0BNyTAAECBAgQIECAAAECBAgQaF9AhwQIEFgjgSNyn+smj0tqWJjDWD06K99Njk62TxQBAh0SMEDs0MOwFQIECBAgsAQBXyFAgAABAgQIECBAgAABAgTaF+hrh6/PxrdOalj4vRwn1UFZ/E7y1uSmiSJAoAMCBogdeAi2QIAAAQIECBAgMIsCeiZAgAABAgQIECBAgMDMCLwpnd4oqWHhOTlOqodm8RvJO5JbJopAIwL9bMMAsZ/Pza4JECBAgAABAgQIECBAYFoC7kuAAAECBAgQILBUgTfnizskD0u+mUyqB2bx7ORdya0TRYDAFAQMEKeA7pbdE7AjAgQIECBAgAABAgQIECBAoH0BHRIgQIBAZwTelp3cLHlQ8tVkUt0/i2cl70t2SRQBAmsoYIC4hthuRYAAAQIrLuCCBAgQIECAAAECBAgQIECAQPsCOmxX4J1pbcfkAUkNC3MYq/tk5YvJB5PdEkWAwBoIGCCuAbJbECBAgAABAgQIjAp4TYAAAQIECBAgQIAAAQIE5gTenbPbJPdNaliYw1jdMyunJickd0xULwRssq8CBoh9fXL2TYAAAQIECBAgQIAAgWkIuCcBAgQIECBAgACB1RN4fy59u6SGhaflOKnunsXPJh9L9koUAQKrIGCAuAqofbuk/RIgQIAAAQIECBAgQIAAAQLtC+iQAAECBAj0SOD47HX3pIaFn8txUu2TxU8nn0j+NlEECKyggAHiCmK6FAECBNZYwO0IECBAgAABAgQIECBAgACB9gV0SGCWBT6a5vdI7pqclEyqv8nix5N6v4aKOVUECCxXwABxuYK+T4AAAQIECBBYtIAvECBAgAABAgQIECBAgAABAosQODGf3TupnzSsnzjM6VjdKSv1a03rJxbrJxfzctrl/gT6K2CA2N9nZ+cECBAgQIAAAQIECKy1gPsRIECAAAECBAgQIDBNgU/m5ndJ6m8f1rAwp2N1h6yckJya1N9SzEERILBYgZkfIC4WzOcJECBAgAABAgQIECBAgACB/gnYMQECBAgQINCUwGfSzd2SOyYfSSbVbln8YPLF5L6JIkBgEQIGiIvA8lECBDolYDMECBAgQIAAAQIECBAgQIBA+wI6JECAwEICn8+b+yY1LPxQjpNqlyy+NzkreUCiCBDYDAEDxM1A8hECBAgQIEBgJQVciwABAgQIECBAgAABAgQIEGhfYE07PD13u1dSw8L35Tipbp3F45KvJg9KFAECCwgYIC6A4y0CBAgQIECAAAECBIYEnBIgQIAAAQIECBAgQKDbAmdme/snOyXvSibVLbL49uSbyUMTRYDAqEBeGyAGQREgQIAAAQIECBAgQIAAgZYF9EaAAAECBAgQmDGBL6ffA5JbJu9IJtVNsvjW5JzkoEQRIDAkYIA4hOGUQI8EbJUAAQIECBAgQIAAAQIECBBoX0CHBAgQILA8ga/l6w9ObprUsDCHsdouK0cn300enSgCBCJggBgERYAAAQIE1k7AnQgQIECAAAECBAgQIECAAIH2BXTYMYFvZT8PT7ZPjkkm1Q2z+Ibk+8njEkVgpgUMEGf68WueAAECBAgQIEBgswV8kAABAgQIECBAgAABAgT6LnBuGjg4qWHhG3OcVNfP4muTHyVPTLZI1CwJ6HWdgAHiOgb/ECBAgAABAgQIECBAgECrAvoiQIAAAQIECBAgMCJwfl4/Jqlh4etynFTXzuKrkguTpyZ/nCgCMyNggDgzj7qpRjVDgAABAgQIECBAgAABAgQItC+gQwIECBAgsNoCP8gNHp9cJ3l1cmkyWlfPwsuSGiQ+I8crJopA8wIGiM0/Yg0SIECgSwL2QoAAAQIECBAgQIAAAQIECLQvoEMCvRP4cXb8pOSaycuT/0tGa6ssvDipQeKzc7xyogg0K2CA2Oyj1RgBAgQIECBAYAUFXIoAAQIECBAgQIAAAQIECLQv8C9p8WlJDRJrWPjLnI/WX2bhBclPkucn9TqHRkobBH4vYID4ewgHAgQIECBAgAABAgQItCigJwIECBAgQIAAAQIEFi1wUb7xzKQGiS/M8RfJaP1ZFp6T1CDx8ByvkigCzQgYIPbvUdoxAQIECBAgQIAAAQIECBAg0L6ADgkQIECAAIHpC/xHtlBDwhokPjfn9TqHefUneXVYUr/atP5W4tVyrgj0XsAAsfePUAMECPRHwE4JECBAgAABAgQIECBAgACB9gV0SIBAgwL1E4j1a0trkFg/mVg/oTja5uWy8NSkBomvzPFaiSLQWwEDxN4+OhsnQIAAAQIE1kzAjQgQIECAAAECBAgQIECAAIH2BTbd4S/zkRcnNRx8Wo7/moxWzV2elMUfJ69JrpcoAr0TqP+Qe7dpGyZAgAABAgQIECBAgMDmCPgMAQIECBAgQIAAAQIEVkHgf3PNlyf1E4k1LKy/g5iXY/X4rPxzcmSyTaII9EagbwPE3sDaKAECBAgQIECAAAECBAgQILBkAV8kQIAAAQIECPRB4HfZ5KuTayc1LPxBjpPqMVn8XnJUsl2iCHRewACx84/IBgm0IqAPAgQIECBAqVa3SAAAEABJREFUgAABAgQIECBAoH0BHRIgQGBmBV6Xzq+fHJKcn0yqg7N4TvKW5MaJItBZAQPEzj4aGyNAgAABAh0RsA0CBAgQIECAAAECBAgQIECgfQEdrpTAG3KhGyaPTM5NJtXDsvit5O3JzRNFoHMCBoideyQ2RIAAAQIECBAgQGBlBFyFAAECBAgQIECAAAECBKYmcHTuvH3y8KSGhTmM1YOy8rXk2ORWiSKwJIHV+JIB4mqouiYBAgQIECBAgAABAgQIEFi6gG8SIECAAAECBAi0I/DWtHLT5MHJ15NJdUAWv5y8J9k5UQSmLmCAOPVHYAOzIaBLAgQIECBAgAABAgQIECBAoH0BHRIgQIAAgY0KvCPv3CKpYeFXcpxU+2fxjOQDya6JIjA1AQPEqdG7MQECBAj0QsAmCRAgQIAAAQIECBAgQIAAgfYFdEhg7QTelVvdOqlh4Zk5Tqp7ZfG05MPJHRJFYM0FDBDXnNwNCRAgQIAAAQIE1kLAPQgQIECAAAECBAgQIECAQIcF3pe97ZLcOzk9mVT7ZvFzyT8meyZqgoCl1REwQFwdV1clQIAAAQIECBAgQIAAgaUJ+BYBAgQIECBAgACBWRL4YJrdLblH8vlkUt01i59JPp7cOVEEVl3AAHHVid1gMGBAgAABAgQIECBAgAABAgQItC+gQwIECBAgQGAZAifku3dM7pbUsDCHsfrbrHwy+VTyd4kisGoCBoirRuvCBAgQaEBACwQIECBAgAABAgQIECBAgED7AjokQKBLAh/LZvZK7pLUoDCHsdo7KycmJyd/nygCKy5ggLjipC5IgAABAgQIEJi+gB0QIECAAAECBAgQIECAAAECvRb4RHb/N0kNC/8px0m1RxY/kpyS7JcoAismYIC4YpQuRIAAAQIECBAgQIAAgWULuAABAgQIECBAgAABAgSGBU7Ki32SPZKPJpNq9yx+KPlCcp9EEVi2gAHisgk3dQHvEyBAgAABAgQIECBAgAABAu0L6JAAAQIECBAgsKoCn8vV757cPjk+mVS3zeL7ki8l90sUgSULGCAumc4XCRBoXkCDBAgQIECAAAECBAgQIECAQPsCOiRAgEC/BE7Ndu+Z3C55fzKpdsriu5OzkwMTRWDRAgaIiybzBQIECBAgQKDrAvZHgAABAgQIECBAgAABAgQItC8w4x1+Mf3fN7lNUsPCHMbqlll5Z/L15CGJIrDZAgaIm03lgwQIECBAgAABAgQIrLKAyxMgQIAAAQIECBAgQIDA4gTOyscfkOyYHJtMqptl8W3Jt5NHJIrAJgVWeYC4yfv7AAECBAgQIECAAAECBAgQINB7AQ0QIECAAAECBAhMWeCruf8DkxoW/kOOk2qHLB6TnJc8KlEENipggLhRGm8QmHEB7RMgQIAAAQIECBAgQIAAAQLtC+iQAAECBFoT+GYaemhSw8I35zipbpTFNyYXJI9NFIExAQPEMRILBAgQIECg3wJ2T4AAAQIECBAgQIAAAQIECLQvoEMCmxA4J+8flGybvCmZVDfI4uuSHyaHJn2orbPJeyXPServO34+x/qJyn/P8VfJ736fOq+1eq8+U5+t79R36xr5mFpIwABxIR3vESBAgAABAgQIEFg7AXciQIAAAQIECBAgQIAAAQIrLfDdXPDRSQ3NXp/jpLpOFo9ILkyenPxR0pW6djZSg9D35fjT5PzkA8nzkwOT2yf1E5Vb5nj5ZIvfp85rrd6rz9Rn6zv13bpGXauuWdeue+Rra1a9uJEBYi8ek00SIECAAAECBAgQIECAQHcF7IwAAQIECBAgQIBA5wW+nx0+LrluUsPCHMbqGll5RfKT5OnJFZJp1F/mpock9ZODP8rx6OQ+ydWTlaq6Vl2zrl33qHvVPeveK3WPXl/HALHXj8/mV03AhQkQIECAAAECBAgQIECAAIH2BXRIgAABAgRmT6CGZU9M29dMXpn8Jhmtv87CS5IaJD4rxysla1E75SZvSS5O6qcl6ycHc7omVfeqe9a9aw+1lzW5cVdvYoDY1SdjXwQIECCwJAFfIkCAAAECBAgQIECAAAECBNoX0CEBAssWqF/h+ZRcpQaJL82x/mZgDvOqfgXoC7NSg8Tn5fjnyWrUrrnoh5MvJQ9L6teQ5jBeV7rSlQZ77LHH4NBDDx0cddRRg0996lODb3/724Of/exng1/+8peD3/3ud+tS57VW79Vn6rP1nfpuXWP8ynMrde/aQ+2l9rTb3DszdmKAOGMPXLsECBAgQIAAgY4K2BYBAgQIECBAgAABAgQIECCw9gI/yy2fkVwreVFySTJaNTh8bhbrbyTWZ2qwmJdLquEvbZ0XxyanJfsmE2vXXXcdvOhFLxqcccYZg1/84heDk08+eXDEEUcMDj744MHee+892GGHHQZbbbXV4ApXuMJgiy22WJc6r7V6rz5Tn63v1HfrGnWtumZde+JN1y/um8OpSe2x9prT2SkDxNl51jolQIAAAQIECBAgQIDAKgi4JAECBAgQIECAAAECDQjUr+58dvqoQWL9tOH/y/lo/WkWnpnUILF+xWn9qtO8XFLV31j8Xr55QDJW22677bqh4fnnnz847bTTBs985jMHO++889jnlrpQ16pr1rXrHjVMrHtu5Hq1x9pr7XkjH2lv2QCxvWe6/I5cgQABAgQIECBAgAABAgQIEGhfQIcECBAgQIAAgXGBGhw+P8v1q03r7x/WYDEv59Xl86qGaTVIfEXO67M5bFbdIp/6fFIDyC1ynFf1K0Y/9KEPDc4999x1Q8Ott179H/yre9Qwse5Z9649zNvU+he119rz5/Oyesih7TJAbPv56o4AgRkT0C4BAgQIECBAgAABAgQIECDQvoAOCRAgsAYC/517HJ7UcLCGhf+W89H6wyw8Oam/kXhEjtdNFqqD8ubZye2TeVW/SvRjH/vYul9Put9++817by1f1L3r15zWXmpPE+5de68eqpcJb7ezZIDYzrPUCQECBAgQINBfATsnQIAAAQIECBAgQIAAAQIE2hfoY4e/zqZfltQg8Sk5XphMqkOz+IPk9cmkHxt8TdaPTuon+XJYX1tuueXg6KOPXvdrSvfZZ5/1ix34t/ZSv9609lZ7HNlS9VC9VE8jb7Xz0gCxnWepEwIECBAgQIAAAQIE1lzADQkQIECAAAECBAgQIDATAr9Nl69M6m8kPiHHHyaT6pAsnp+8KblR8sfJh5PHJ/PqgAMOGJxzzjmDgw7q7g/z1d5qj7XXeZtf/6J6qt6qx/UrDf1rgDj6ML0mQIAAAQIECBAgQIAAAQIE2hfQIQECBAgQIECAwFIF6ifvrpcvPza5IJlUj8ziecmPkn2TeVU/2XfssccOttpqq3nrXXxRe6y91p4n7K96Oynrf5U0VQaITT1OzRCYbQHdEyBAgAABAgQIECBAgAABAu0L6JAAAQIEOiNwZHayTfKo5LvJpLra8OK22247OOOMMzr9U4fD+x0+r59GrL1XD8PrOa+/i3hijk0NEQ0Q80QVAQIECBAgMFUBNydAgAABAgQIECBAgAABAgTaF9BhuwJHpbVtk0ck30km1p577jk49dRTBzvvvPPE9/uwWHuvHqqXkf3uktdN/TpTA8Q8UUWAAAECBAgQIECAwFIEfIcAAQIECBAgQIAAAQIECMwJvCVnN07OTubV3e9+98FJJ53Ui19ZOm/jE17UrzStXqqnkbfrJxHfP7LW25fzB4i9bcPGCRAgQIAAAQIECBAgQIAAgc0W8EECBAgQIECAAAECqyNQfx9xx+FL16DthBNOGGyxxRbDy70+32KLLQbVU/U20kj9TcQyGFnu30sDxP49MzsmMFHAIgECBAgQIECAAAECBAgQINC+gA4JECBAgECHBQ7K3h6fzFX9qs8Pf7h+s+fcUlMn1Vv1ONJUGZTFyHK/Xhog9ut52S0BAgQItCegIwIECBAgQIAAAQIECBAgQKB9AR0SaF3gFmmw/hZiDutr2223Hbz3ve9t6icP13d22b9bbLHFuh6r18tW152VRZmse9HHfwwQ+/jU7JkAAQIECBAgQKADArZAgAABAgQIECBAgAABAgQI/F7gtTnO+x2l73jHO5r4m4eDQTpboLbaaqtB9TrykbIok5Hl/rw0QOzPs7JTAgQIECBAgAABAgQIEFgJAdcgQIAAAQIECBAgQGAlBZ6ei90+maujjz56sPPOO8+9bv2keq2eR/osk7IZWe7HSwPEfjwnu9yEgLcJECBAgAABAgQIECBAgACB9gV0SIAAAQIECHROYOvs6MXJXB1wwAGDgw7q/Z8AnOtnc0+q5+p95PNlU0Yjy91/aYDY/WdkhwQIEGhZQG8ECBAgQIAAAQIECBAgQIBA+wI6JECgXYHnpbX6dZ05DAZbbrnl4NWvfvW681n8p3ovg6Hey6aMhpb6cWqA2I/nZJcECBAgQIAAgY4J2A4BAgQIECBAgAABAgQIECDQvsCCHe6Wdw9I5urFL37xoP4m4NzCjJ1U72Uw0nYZ7Tqy1vmXBoidf0Q2SIAAAQIECBAgQIAAgRUUcCkCBAgQIECAAAECBAisjMCThi+z6667zuSvLh02qPP6VaZlUedDefLQeS9ODRB78ZgW3qR3CRAgQIAAAQIECBAgQIAAgfYFdEiAAAECBAgQ6JDATtnLvslcPeMZz5g7n/WTCRZlVWa9oTFA7M2jslECBBoU0BIBAgQIECBAgAABAgQIECDQvoAOCRAg0KLAwcNN7bHHHoN99tlneGmmz8uiTEYQ5pmNvNe5lwaInXskNkSAAAECBAh0X8AOCRAgQIAAAQIECBAgQIAAgfYFdLgRgb/M+kOTuTrkkEPmzp2sF5hgUmZlt/4DHf/XALHjD8j2CBAgQIAAAQIECBBYQQGXIkCAAAECBAgQIECAAIHlCjwgF9giWVfbbrvtYL/99lt37p/LBMqkbC5bGZRZ2Q0tdfe09wPE7tLaGQECBAgQIECAAAECBAgQILBSAq5DgAABAgQIECDQGYF7D+/kwAMPHH7pfEhggs08u6GPdu7UALFzj8SGCMyMgEYJECBAgAABAgQIECBAgACB9gV0SIAAAQJtCVw77dw+mav9999/7tzJfIEJNmVXhvM/2MFXBogdfCi2RIAAAQIEui1gdwQIECBAgAABAgQIECBAgED7AjokMFHgLsOru+6662DrrbceXnI+JFA2ZTS0VKfzDGuhizFA7OJTsScCBAgQIECAAAECqyHgmgQIECBAgAABAgQIECBAYHkCdxr++l3u0otZ2PCW1/x8gtE8w1XZ0Apc1ABxBRBdggABAgQIECBAgAABAgQIrKaAaxMgQIAAAQIECBDoiMDuw/vYa6+9hl86nyAwwWie4YSvdGLJALETj8EmZlBAywQIECBAgAABAgQIECBAgED7AjokQIAAAQItCdTvKr36hoaudKUrDXbeeecNLx03IlBGZTX0dhmW5dBS97Aq578AABAASURBVE4NELv3TOyIAAECBDotYHMECBAgQIAAAQIECBAgQIBA+wI6JEBggsAth9d22mmn4ZfOFxCYYDXPcoGvTu0tA8Sp0bsxAQIECBAgQIDAmgq4GQECBAgQIECAAAECBAgQILAcgR2Gv3zzm998+GV3zju4kwlW8yw7uOWBAWIXn4o9ESBAgAABAgQIECBAgMCcgBMCBAgQIECAAAECBDohsM3wLrbbbrvhl84XEJhgNc9yga9O7S0DxKnRz/SNNU+AAAECBAgQIECAAAECBAi0L6BDAgQIECBAoC2B6w63c4Mb3GD4pfMFBCZYzbNc4KtTe8sAcWr0bkyAAIE+CtgzAQIECBAgQIAAAQIECBAg0L6ADgkQIDBR4GrDq9e85jWHXzpfQGCC1TzLBb46tbcMEKdG78YECBAgQIAAgTUUcCsCBAgQIECAAAECBAgQIECgfYHV7XDL4ctvtdVWwy+dLyAwwWqe5QJfndpbBohTo3djAgQIECBAgAABAgQIbFrAJwgQIECAAAECBAgQINARgSsN7+PKV77y8EvnCwhMsJpnucBXp/aWAeLa07sjAQIECBAgQIAAAQIECBAg0L6ADgkQIECAAAECrQlcbrihy1/+8sMvnS8gMMFqnuUCX53aWwaIU6N3YwIE+idgxwQIECBAgAABAgQIECBAgED7AjokQIAAAQIEDBD9N0CAAAECBAi0L6BDAgQIECBAgAABAgQIECBAoH0BHa62wP8O3+DXv/718EvnCwhMsJpnucBXp/aWAeLU6N2YAAECBAgQIECAAIFNCXifAAECBAgQIECAAAECBDojcMnwTn7xi18Mv3S+gMAEq3mWC3x1am+t9QBxao26MQECBAgQIECAAAECBAgQILBmAm5EgAABAgQIECDQnsDFwy1ddNFFwy+dLyAwwWqe5QJfndpbBohTo3djAn0TsF8CBAgQIECAAAECBAgQIECgfQEdEiBAgACBjQr86/A7F1544fBL5wsITLCaZ7nAV6f2lgHi1OjdmAABAgQIrJGA2xAgQIAAAQIECBAgQIAAAQLtC+iQwOoL/HD4Ft///veHXzpfQGCC1TzLBb46tbcMEKdG78YECBAgQIAAAQIEFhbwLgECBAgQIECAAAECBAgQ6JDA+cN7Offcc4dfOl9AYILVPMsFvjq1twwQp0bvxgQIECBAgAABAgQIECDQqIC2CBAgQIAAAQIECLQo8J3hpr7+9a8Pv3S+gMAEq3mWC3x1am8ZIE6N3o37JWC3BAgQIECAAAECBAgQIECAQPsCOiRAgAABAgQWEPjq8HtnnXXW8EvnCwhMsJpnucBXp/aWAeLU6N2YAAECBNZEwE0IECBAgAABAgQIECBAgACB9gV0SIDAWghckJv8S7KuLrnkksGZZ5657tw/Gxcoo7Ia+kQZluXQUvdODRC790zsiAABAgQIECBAYDAYQCBAgAABAgQIECBAgAABAgQ6J3Dq8I5OOumk4ZdLOm/9SxOM5hl2tX8DxK4+GfsiQIAAAQIECBAgQIBAPwXsmgABAgQIECBAgACBdgU+M9zaxz/+8eGXzicITDCaZzjhK51YMkDsxGPo+ibsjwABAgQIECBAgAABAgQIEGhfQIcECBAgQIAAgU0KzJsYnn766YMLLuj8b+PcZFOr9YGyKaOR688zHHmvMy8NEDvzKGyEAAECqyDgkgQIECBAgAABAgQIECBAgED7AjokQIDA2gn8OLc6JZmr9773vXPnTuYLTLApuzKc/8EOvjJA7OBDsSUCBAgQIECAAAECBAgQIECAAAECBAgQIECgfYGedviB4X0fe+yxwy+dDwlMsJlnN/TRzp0aIHbukdgQAQIECBAgQIAAAQI9FrB1AgQIECBAgAABAgQItC7wrjR4abKuzjvvvMHxxx+/7tw/lwmUSdlctjIos7IbWuruqQHiJp+NDxAgQIAAAQIECBAgQIAAAQLtC+iQAAECBAgQIEBgMwX+I597WzJXRx555Ny5k/UCE0zKrOzWf6Dj/xogdvwB2R4BAssQ8FUCBAgQIECAAAECBAgQIECgfQEdEiBAgMA0BI4evulnP/vZwYknnji8NNPnZVEmIwjzzEbe69xLA8TOPRIbIkCAAAECBAgQIECAAAECBAgQIECAAAEC7QvosNcCZ2X3JyRz9ZKXvGTufNZPJliUVZn1hsYAsTePykYJECBAgAABAgQIdF7ABgkQIECAAAECBAgQIEBgdgReOdzq6aefPjjmmGOGl2byvAzKYqT5V4287vzLTQwQO79/GyRAgAABAgQIECBAgAABAgSWLeACBAgQIECAAAECBBYtcHq+cVwyV4cddtjgoosumns9ayfVexmM9F1Gp42sdf6lAWLnH5ENEliigK8RIECAAAECBAgQIECAAAEC7QvokAABAgQITFfgebn9pcm6uvjiiwdPfOIT153P4j/VexkM9V42ZTS01I9TA8R+PCe7JECAAIEZEtAqAQIECBAgQIAAAQIECBAg0L6ADgk0InBB+jgsmavjjjtuJn+Vaf3q0up9DmL9SdmU0fpXPfrXALFHD8tWCRAgQIAAAQIEOi1gcwQIECBAgAABAgQIECBAYBYFXpqmT0nm6uCDDx6ceeaZc68bOxlrp3qtnkfeKJOyGVnux0sDxH48J7skQIAAAQIECBAgQIAAgVUTcGECBAgQIECAAAECBJYp8Ph8v35dZw7r60EPetBM/D3E+ruH1ev6ruf+LYsymVvo24kBYt+emP1unoBPESBAgAABAgQIECBAgAABAu0L6JAAAQIECBDoisDXspFHJnN13nnnDfbff//BpZfWLG1uuamT6q16rF5HGiuLMhlZ7s9LA8T+PCs7JUCAwEwIaJIAAQIECBAgQIAAAQIECBBoX0CHBAg0KXBMunptMlcnn3zy4B73uMfc69ZOqrfqcaSvMiiLkeV+vTRA7NfzslsCBAgQIECAQFcF7IsAAQIECBAgQIAAAQIECBBoX2BTHR6aD5yQzNVHPvKRwb777tvUTyLWTx5WT9XbXKPrT6r3Mlj/qsf/GiD2+OHZOgECBAgQIECAAAECBJYv4AoECBAgQIAAAQIECBBYUYH75GqnJHNVg7a99tqrib+JWH/zsHqpnuYaXH9SPVfv61/1/F8DxJ4/wInbt0iAAAECBAgQIECAAAECBAi0L6BDAgQIECBAgEA3Bf4v26rfW3pGjnNVv+pz9913H5x55plza307qb1XD9XLyN6r1+q5eh95q58vDRD7+dzsmgCBRgW0RYAAAQIECBAgQIAAAQIECLQvoEMCBAjMgMDP0+M+Sf1UXg7r67zzzhvssssug2OO6d+fCKw9196rh/XdzP1bPVav1fPcYt9PDBD7/gTtnwABAgQIEOiCgD0QIECAAAECBAgQIECAAAEC7QvocHECNVDbK1+pvwuYw2V18MEHDw488MBe/ErT+pWltdfa82UdzJ1Vb9Vj9Tq32MKJAWILT1EPBAgQIECAAAECBAgsUcDXCBAgQIAAAQIECBAgQGAVBepXetav9nzt6D2OO+64wfbbb9/pn0asnzqsPdZeR/ef19VT9VY95mVb1d4Asa3noxsCBAgQIECAAAECBAgQIEBgkoA1AgQIECBAgACBPgkcms0enFyazNXFF188qJ/s22233QYnnnji3Pq0T2ovtafaW+1xZD/VQ/VSPY281c5LA8R2nqVOCPReQAMECBAgQIAAAQIECBAgQIBA+wI6JECAAIGZFag/fLhjuq+/GZjDZXX66acP7nrXuw723HPPwfHHH3/ZG2t8VveuPdReak8Tbl97rx6qlwlvt7NkgNjOs9QJAQIECBCYloD7EiBAgAABAgQIECBAgAABAu0L6JDASgh8LRe5Q/KMpH6SL4fL6rOf/ezgnve852C77bYbHH744YMLLrjgsjdX6azuUfeqe9a9aw8TblV7rT3X3quHCR9pa8kAsa3nqRsCBAgQIECAAAECixDwUQIECBAgQIAAAQIECBAgMBWBl+auN0yOS8bqvPPOGzzrWc8abLPNNoP6VaI14DvzzDPHPrfUhbpWXbOuXfeoe9U9N3K92mPttfa8kY90fXnx+zNAXLyZbxAgQIAAAQIECBAgQIAAgekKuDsBAgQIECBAgACB/gvUjxcemDZ2T05IJlb9KtEa8O2yyy6DK1/5yut+zekTnvCEwdFHHz349Kc/PfjOd74zuOiiiwa/+tWvBpdeeum61Hmt1Xv1mfpsfad+PWldo65V16xrT7zp+sXa0245rT3WXnM6O2WAODvPWqcdF7A9AgQIECBAgAABAgQIECBAoH0BHRIgQIAAAQJjAqdl5R7JbZK3JvXrQnMYr0suuWRQv2L0Na95zeCRj3zk4M53vvPgxje+8eCqV73q4IpXvOLgD/7gD9alzmut3qvP1GfrO/Xdusb4ledW6t61h9pL7en0uXdm7MQAccYeuHYJECBAYMUFXJAAAQIECBAgQIAAAQIECBBoX0CHBAisvsBZucXDky2TxyanJGtVda+6Z9279lB7Wat7d/I+BoidfCw2RYAAAQIECBAgsPoC7kCAAAECBAgQIECAAAECBAh0UOA/sqcjkzsk10kOTt6f/EuyhJr4lbpWXbOuXfeoe9U9694TvzBriwaIs/bE9UuAAAECBAgQIECAAIG+C9g/AQIECBAgQIAAAQKzIvDjNHpMct/kGsk2yb2T5ybHJvWTg9/N8eLk10n9CtJKnddavVefqc/Wd+q7dY26Vl2zrl33yFfVsIAB4rCG86kJuDEBAgQIECBAgAABAgQIECDQvoAOCRAgQIAAAQLLFLgg3/9g8oLkgUn95OC2OV4luUJSc69KnddavVefqc/Wd+q7dY18VC0kUIgLve89AgQIECCwkID3CBAgQIAAAQIECBAgQIAAgfYFdEiAAAECMyZggDhjD1y7BAgQIECAAIH1Av4lQIAAAQIECBAgQIAAAQIE2hfQIYGlCRggLs3NtwgQIECAAAECBAgQIDAdAXclQIAAAQIECBAgQIAAAQKrLGCAuMrAm3N5nyFAgAABAgQIECBAgAABAgTaF9AhAQIECBAgQIAAgb4IGCD25UnZJwECXRSwJwIECBAgQIAAAQIECBAgQKB9AR0SIECAAIGZEzBAnLlHrmECBAgQIEBgMGBAgAABAgQIECBAgAABAgQItC+gQwIElipggLhUOd8jQIAAAQIECBAgQGDtBdyRAAECBAgQIECAAAECBAgQWHWBqQ8QV71DNyBAgAABAgQIECBAgAABAgSmLmADBAgQIECAAAECBAj0R8AAsT/Pyk4JdE3AfggQIECAAAECBAgQIECAAIH2BXRIgAABAgQIzKCAAeIMPnQtEyBAgMCsC+ifAAECBAgQIECAAAECBAgQaF9AhwQIEFi6gAHi0u18kwABAgQIECBAgMDaCrgbAQIECBAgQIAAAQIECBC3tGXxAAAEZElEQVQg0L5ABzo0QOzAQ7AFAgQIECBAgAABAgQIEGhbQHcECBAgQIAAAQIECBDok4ABYp+elr12ScBeCBAgQIAAAQIECBAgQIAAgfYFdEiAAAECBAgQmEkBA8SZfOyaJkCAwCwL6J0AAQIECBAgQIAAAQIECBBoX0CHBAgQILAcAQPE5ej5LgECBAgQIECAwNoJuBMBAgQIECBAgAABAgQIECDQvoAOOyFggNiJx2ATBAgQIECAAAECBAgQaFdAZwQIECBAgAABAgQIECDQLwEDxH49r67s1j4IECBAgAABAgQIECBAgACB9gV0SIAAAQIECBAgMKMCBogz+uC1TYDArAromwABAgQIECBAgAABAgQIEGhfQIcECBAgQGB5AgaIy/PzbQIECBAgQIDA2gi4CwECBAgQIECAAAECBAgQINC+gA4JdETAALEjD8I2CBAgQIAAAQIECBBoU0BXBAgQIECAAAECBAgQIECgbwIGiIt/Yr5BgAABAgQIECBAgAABAgQItC+gQwIECBAgQIAAAQIzK2CAOLOPXuMEZlFAzwQIECBAgAABAgQIECBAgED7AjokQIAAAQIElitggLhcQd8nQIAAAQIEVl/AHQgQIECAAAECBAgQIECAAIH2BXRIgEBnBAwQO/MobIQAAQIECBAgQIBAewI6IkCAAAECBAgQIECAAAECBPonsNgBYv86tGMCBAgQIECAAAECBAgQIEBgsQI+T4AAAQIECBAgQIDADAsYIM7ww9f6rAnolwABAgQIECBAgAABAgQIEGhfQIcECBAgQIAAgeULGCAu39AVCBAgQIDA6gq4OgECBAgQIECAAAECBAgQINC+gA4JECDQIQEDxA49DFshQIAAAQIECBBoS0A3BAgQIECAAAECBAgQIECAQPsCLXZogNjiU9UTAQIECBAgQIAAAQIECCxHwHcJECBAgAABAgQIECAw0wIGiDP9+Gepeb0SIECAAAECBAgQIECAAAEC7QvokAABAgQIECBAYCUEDBBXQtE1CBAgQGD1BFyZAAECBAgQIECAAAECBAgQaF9AhwQIECDQKQEDxE49DpshQIAAAQIECLQjoBMCBAgQIECAAAECBAgQIECgfQEdtilggNjmc9UVAQIECBAgQIAAAQIElirgewQIECBAgAABAgQIECAw4wIGiDPxH4AmCRAgQIAAAQIECBAgQIAAgfYFdEiAAAECBAgQIEBgZQQMEFfG0VUIECCwOgKuSoAAAQIECBAgQIAAAQIECLQvoEMCBAgQINAxAQPEjj0Q2yFAgAABAgTaENAFAQIECBAgQIAAAQIECBAg0L6ADgm0KmCA2OqT1RcBAgQIECBAgAABAksR8B0CBAgQIECAAAECBAgQIDDzAjMwQJz5ZwyAAAECBAgQIECAAAECBAjMgIAWCRAgQIAAAQIECBBYKQEDxJWSdB0CBFZewBUJECBAgAABAgQIECBAgACB9gV0SIAAAQIECHRO4P8DAAD//yfA3PwAAAAGSURBVAMAxBsGXGu55PcAAAAASUVORK5CYII="/>
          <p:cNvSpPr>
            <a:spLocks noChangeAspect="1" noChangeArrowheads="1"/>
          </p:cNvSpPr>
          <p:nvPr/>
        </p:nvSpPr>
        <p:spPr bwMode="auto">
          <a:xfrm>
            <a:off x="63500" y="-136525"/>
            <a:ext cx="7279378" cy="36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data:image/png;base64,iVBORw0KGgoAAAANSUhEUgAABxAAAARcCAYAAAC6HQTmAAAZrHRFWHRteGZpbGUAJTNDbXhHcmFwaE1vZGVsJTIwZHglM0QlMjIxMDQyJTIyJTIwZHklM0QlMjI1NzAlMjIlMjBncmlkJTNEJTIyMSUyMiUyMGdyaWRTaXplJTNEJTIyMTAlMjIlMjBndWlkZXMlM0QlMjIxJTIyJTIwdG9vbHRpcHMlM0QlMjIxJTIyJTIwY29ubmVjdCUzRCUyMjElMjIlMjBhcnJvd3MlM0QlMjIxJTIyJTIwZm9sZCUzRCUyMjElMjIlMjBwYWdlJTNEJTIyMSUyMiUyMHBhZ2VTY2FsZSUzRCUyMjElMjIlMjBwYWdlV2lkdGglM0QlMjI4NTAlMjIlMjBwYWdlSGVpZ2h0JTNEJTIyMTEwMCUyMiUyMG1hdGglM0QlMjIwJTIyJTIwc2hhZG93JTNEJTIyMCUyMiUzRSUzQ3Jvb3QlM0UlM0NteENlbGwlMjBpZCUzRCUyMjAlMjIlMkYlM0UlM0NteENlbGwlMjBpZCUzRCUyMjElMjIlMjBwYXJlbnQlM0QlMjIwJTIyJTJGJTNFJTNDbXhDZWxsJTIwaWQlM0QlMjJ3S2kzTDJITHVYbDZmbW40SHhySy0xJTIyJTIwdmFsdWUlM0QlMjIlMjIlMjBzdHlsZSUzRCUyMmVsbGlwc2UlM0J3aGl0ZVNwYWNlJTNEd3JhcCUzQmh0bWwlM0QxJTNCYXNwZWN0JTNEZml4ZWQlM0IlMjIlMjB2ZXJ0ZXglM0QlMjIxJTIyJTIwcGFyZW50JTNEJTIyMSUyMiUzRSUzQ214R2VvbWV0cnklMjB4JTNEJTIyMTgwJTIyJTIweSUzRCUyMjE5MCUyMiUyMHdpZHRoJTNEJTIyMjAlMjIlMjBoZWlnaHQlM0QlMjIyMCUyMiUyMGFzJTNEJTIyZ2VvbWV0cnklMjIlMkYlM0UlM0MlMkZteENlbGwlM0UlM0NteENlbGwlMjBpZCUzRCUyMndLaTNMMkhMdVhsNmZtbjRIeHJLLTIlMjIlMjB2YWx1ZSUzRCUyMiUyMiUyMHN0eWxlJTNEJTIyZWxsaXBzZSUzQndoaXRlU3BhY2UlM0R3cmFwJTNCaHRtbCUzRDElM0Jhc3BlY3QlM0RmaXhlZCUzQiUyMiUyMHZlcnRleCUzRCUyMjElMjIlMjBwYXJlbnQlM0QlMjIxJTIyJTNFJTNDbXhHZW9tZXRyeSUyMHglM0QlMjIzMTAlMjIlMjB5JTNEJTIyMTIwJTIyJTIwd2lkdGglM0QlMjIyMCUyMiUyMGhlaWdodCUzRCUyMjIwJTIyJTIwYXMlM0QlMjJnZW9tZXRyeSUyMiUyRiUzRSUzQyUyRm14Q2VsbCUzRSUzQ214Q2VsbCUyMGlkJTNEJTIyd0tpM0wySEx1WGw2Zm1uNEh4ckstMyUyMiUyMHZhbHVlJTNEJTIyJTIyJTIwc3R5bGUlM0QlMjJlbGxpcHNlJTNCd2hpdGVTcGFjZSUzRHdyYXAlM0JodG1sJTNEMSUzQmFzcGVjdCUzRGZpeGVkJTNCJTIyJTIwdmVydGV4JTNEJTIyMSUyMiUyMHBhcmVudCUzRCUyMjElMjIlM0UlM0NteEdlb21ldHJ5JTIweCUzRCUyMjMxMCUyMiUyMHklM0QlMjIxOTAlMjIlMjB3aWR0aCUzRCUyMjIwJTIyJTIwaGVpZ2h0JTNEJTIyMjAlMjIlMjBhcyUzRCUyMmdlb21ldHJ5JTIyJTJGJTNFJTNDJTJGbXhDZWxsJTNFJTNDbXhDZWxsJTIwaWQlM0QlMjJ3S2kzTDJITHVYbDZmbW40SHhySy00JTIyJTIwdmFsdWUlM0QlMjIlMjIlMjBzdHlsZSUzRCUyMmVsbGlwc2UlM0J3aGl0ZVNwYWNlJTNEd3JhcCUzQmh0bWwlM0QxJTNCYXNwZWN0JTNEZml4ZWQlM0IlMjIlMjB2ZXJ0ZXglM0QlMjIxJTIyJTIwcGFyZW50JTNEJTIyMSUyMiUzRSUzQ214R2VvbWV0cnklMjB4JTNEJTIyMzExJTIyJTIweSUzRCUyMjI2OCUyMiUyMHdpZHRoJTNEJTIyMjAlMjIlMjBoZWlnaHQlM0QlMjIyMCUyMiUyMGFzJTNEJTIyZ2VvbWV0cnklMjIlMkYlM0UlM0MlMkZteENlbGwlM0UlM0NteENlbGwlMjBpZCUzRCUyMndLaTNMMkhMdVhsNmZtbjRIeHJLLTklMjIlMjB2YWx1ZSUzRCUyMiUyMiUyMHN0eWxlJTNEJTIyZW5kQXJyb3clM0RjbGFzc2ljJTNCaHRtbCUzRDElM0Jyb3VuZGVkJTNEMCUzQmV4aXRYJTNEMSUzQmV4aXRZJTNEMC41JTNCZXhpdER4JTNEMCUzQmV4aXREeSUzRDAlM0JlbnRyeVglM0QwJTNCZW50cnlZJTNEMSUzQmVudHJ5RHglM0QwJTNCZW50cnlEeSUzRDAlM0IlMjIlMjBlZGdlJTNEJTIyMSUyMiUyMHBhcmVudCUzRCUyMjElMjIlMjBzb3VyY2UlM0QlMjJ3S2kzTDJITHVYbDZmbW40SHhySy0xJTIyJTIwdGFyZ2V0JTNEJTIyd0tpM0wySEx1WGw2Zm1uNEh4ckstMiUyMiUzRSUzQ214R2VvbWV0cnklMjB3aWR0aCUzRCUyMjUwJTIyJTIwaGVpZ2h0JTNEJTIyNTAlMjIlMjByZWxhdGl2ZSUzRCUyMjElMjIlMjBhcyUzRCUyMmdlb21ldHJ5JTIyJTNFJTNDbXhQb2ludCUyMHglM0QlMjI0MDAlMjIlMjB5JTNEJTIyMzIwJTIyJTIwYXMlM0QlMjJzb3VyY2VQb2ludCUyMiUyRiUzRSUzQ214UG9pbnQlMjB4JTNEJTIyNDUwJTIyJTIweSUzRCUyMjI3MCUyMiUyMGFzJTNEJTIydGFyZ2V0UG9pbnQlMjIlMkYlM0UlM0MlMkZteEdlb21ldHJ5JTNFJTNDJTJGbXhDZWxsJTNFJTNDbXhDZWxsJTIwaWQlM0QlMjJ3S2kzTDJITHVYbDZmbW40SHhySy0xMCUyMiUyMHZhbHVlJTNEJTIyJTIyJTIwc3R5bGUlM0QlMjJlbmRBcnJvdyUzRGNsYXNzaWMlM0JodG1sJTNEMSUzQnJvdW5kZWQlM0QwJTNCZXhpdFglM0QxJTNCZXhpdFklM0QwLjUlM0JleGl0RHglM0QwJTNCZXhpdER5JTNEMCUzQiUyMiUyMGVkZ2UlM0QlMjIxJTIyJTIwcGFyZW50JTNEJTIyMSUyMiUyMHNvdXJjZSUzRCUyMndLaTNMMkhMdVhsNmZtbjRIeHJLLTElMjIlM0UlM0NteEdlb21ldHJ5JTIwd2lkdGglM0QlMjI1MCUyMiUyMGhlaWdodCUzRCUyMjUwJTIyJTIwcmVsYXRpdmUlM0QlMjIxJTIyJTIwYXMlM0QlMjJnZW9tZXRyeSUyMiUzRSUzQ214UG9pbnQlMjB4JTNEJTIyMzkwJTIyJTIweSUzRCUyMjI2MyUyMiUyMGFzJTNEJTIyc291cmNlUG9pbnQlMjIlMkYlM0UlM0NteFBvaW50JTIweCUzRCUyMjMxMCUyMiUyMHklM0QlMjIyMDAlMjIlMjBhcyUzRCUyMnRhcmdldFBvaW50JTIyJTJGJTNFJTNDJTJGbXhHZW9tZXRyeSUzRSUzQyUyRm14Q2VsbCUzRSUzQ214Q2VsbCUyMGlkJTNEJTIyd0tpM0wySEx1WGw2Zm1uNEh4ckstMTElMjIlMjB2YWx1ZSUzRCUyMiUyMiUyMHN0eWxlJTNEJTIyZW5kQXJyb3clM0RjbGFzc2ljJTNCaHRtbCUzRDElM0Jyb3VuZGVkJTNEMCUzQmV4aXRYJTNEMSUzQmV4aXRZJTNEMSUzQmV4aXREeCUzRDAlM0JleGl0RHklM0QwJTNCZW50cnlYJTNEMCUzQmVudHJ5WSUzRDAuNSUzQmVudHJ5RHglM0QwJTNCZW50cnlEeSUzRDAlM0IlMjIlMjBlZGdlJTNEJTIyMSUyMiUyMHBhcmVudCUzRCUyMjElMjIlMjBzb3VyY2UlM0QlMjJ3S2kzTDJITHVYbDZmbW40SHhySy0xJTIyJTIwdGFyZ2V0JTNEJTIyd0tpM0wySEx1WGw2Zm1uNEh4ckstNCUyMiUzRSUzQ214R2VvbWV0cnklMjB3aWR0aCUzRCUyMjUwJTIyJTIwaGVpZ2h0JTNEJTIyNTAlMjIlMjByZWxhdGl2ZSUzRCUyMjElMjIlMjBhcyUzRCUyMmdlb21ldHJ5JTIyJTNFJTNDbXhQb2ludCUyMHglM0QlMjI0MzAlMjIlMjB5JTNEJTIyMjcwJTIyJTIwYXMlM0QlMjJzb3VyY2VQb2ludCUyMiUyRiUzRSUzQ214UG9pbnQlMjB4JTNEJTIyNTQwJTIyJTIweSUzRCUyMjI3MCUyMiUyMGFzJTNEJTIydGFyZ2V0UG9pbnQlMjIlMkYlM0UlM0MlMkZteEdlb21ldHJ5JTNFJTNDJTJGbXhDZWxsJTNFJTNDbXhDZWxsJTIwaWQlM0QlMjJ3S2kzTDJITHVYbDZmbW40SHhySy0xMiUyMiUyMHZhbHVlJTNEJTIyJTIyJTIwc3R5bGUlM0QlMjJlbGxpcHNlJTNCd2hpdGVTcGFjZSUzRHdyYXAlM0JodG1sJTNEMSUzQmFzcGVjdCUzRGZpeGVkJTNCJTIyJTIwdmVydGV4JTNEJTIyMSUyMiUyMHBhcmVudCUzRCUyMjElMjIlM0UlM0NteEdlb21ldHJ5JTIweCUzRCUyMjQ2MCUyMiUyMHklM0QlMjIyODAlMjIlMjB3aWR0aCUzRCUyMjIwJTIyJTIwaGVpZ2h0JTNEJTIyMjAlMjIlMjBhcyUzRCUyMmdlb21ldHJ5JTIyJTJGJTNFJTNDJTJGbXhDZWxsJTNFJTNDbXhDZWxsJTIwaWQlM0QlMjJ3S2kzTDJITHVYbDZmbW40SHhySy0xMyUyMiUyMHZhbHVlJTNEJTIyJTIyJTIwc3R5bGUlM0QlMjJlbGxpcHNlJTNCd2hpdGVTcGFjZSUzRHdyYXAlM0JodG1sJTNEMSUzQmFzcGVjdCUzRGZpeGVkJTNCJTIyJTIwdmVydGV4JTNEJTIyMSUyMiUyMHBhcmVudCUzRCUyMjElMjIlM0UlM0NteEdlb21ldHJ5JTIweCUzRCUyMjU5MCUyMiUyMHklM0QlMjIyMTAlMjIlMjB3aWR0aCUzRCUyMjIwJTIyJTIwaGVpZ2h0JTNEJTIyMjAlMjIlMjBhcyUzRCUyMmdlb21ldHJ5JTIyJTJGJTNFJTNDJTJGbXhDZWxsJTNFJTNDbXhDZWxsJTIwaWQlM0QlMjJ3S2kzTDJITHVYbDZmbW40SHhySy0xNCUyMiUyMHZhbHVlJTNEJTIyJTIyJTIwc3R5bGUlM0QlMjJlbGxpcHNlJTNCd2hpdGVTcGFjZSUzRHdyYXAlM0JodG1sJTNEMSUzQmFzcGVjdCUzRGZpeGVkJTNCJTIyJTIwdmVydGV4JTNEJTIyMSUyMiUyMHBhcmVudCUzRCUyMjElMjIlM0UlM0NteEdlb21ldHJ5JTIweCUzRCUyMjU5MCUyMiUyMHklM0QlMjIyODAlMjIlMjB3aWR0aCUzRCUyMjIwJTIyJTIwaGVpZ2h0JTNEJTIyMjAlMjIlMjBhcyUzRCUyMmdlb21ldHJ5JTIyJTJGJTNFJTNDJTJGbXhDZWxsJTNFJTNDbXhDZWxsJTIwaWQlM0QlMjJ3S2kzTDJITHVYbDZmbW40SHhySy0xNSUyMiUyMHZhbHVlJTNEJTIyJTIyJTIwc3R5bGUlM0QlMjJlbGxpcHNlJTNCd2hpdGVTcGFjZSUzRHdyYXAlM0JodG1sJTNEMSUzQmFzcGVjdCUzRGZpeGVkJTNCJTIyJTIwdmVydGV4JTNEJTIyMSUyMiUyMHBhcmVudCUzRCUyMjElMjIlM0UlM0NteEdlb21ldHJ5JTIweCUzRCUyMjU5MSUyMiUyMHklM0QlMjIzNTglMjIlMjB3aWR0aCUzRCUyMjIwJTIyJTIwaGVpZ2h0JTNEJTIyMjAlMjIlMjBhcyUzRCUyMmdlb21ldHJ5JTIyJTJGJTNFJTNDJTJGbXhDZWxsJTNFJTNDbXhDZWxsJTIwaWQlM0QlMjJ3S2kzTDJITHVYbDZmbW40SHhySy0xNiUyMiUyMHZhbHVlJTNEJTIyJTIyJTIwc3R5bGUlM0QlMjJlbmRBcnJvdyUzRGNsYXNzaWMlM0JodG1sJTNEMSUzQnJvdW5kZWQlM0QwJTNCZXhpdFglM0QwJTNCZXhpdFklM0QxJTNCZXhpdER4JTNEMCUzQmV4aXREeSUzRDAlM0JlbnRyeVglM0QxJTNCZW50cnlZJTNEMCUzQmVudHJ5RHglM0QwJTNCZW50cnlEeSUzRDAlM0IlMjIlMjBlZGdlJTNEJTIyMSUyMiUyMHBhcmVudCUzRCUyMjElMjIlMjBzb3VyY2UlM0QlMjJ3S2kzTDJITHVYbDZmbW40SHhySy0xMyUyMiUyMHRhcmdldCUzRCUyMndLaTNMMkhMdVhsNmZtbjRIeHJLLTEyJTIyJTNFJTNDbXhHZW9tZXRyeSUyMHdpZHRoJTNEJTIyNTAlMjIlMjBoZWlnaHQlM0QlMjI1MCUyMiUyMHJlbGF0aXZlJTNEJTIyMSUyMiUyMGFzJTNEJTIyZ2VvbWV0cnklMjIlM0UlM0NteFBvaW50JTIweCUzRCUyMjY4MCUyMiUyMHklM0QlMjI0MTAlMjIlMjBhcyUzRCUyMnNvdXJjZVBvaW50JTIyJTJGJTNFJTNDbXhQb2ludCUyMHglM0QlMjI0NzAlMjIlMjB5JTNEJTIyMTkwJTIyJTIwYXMlM0QlMjJ0YXJnZXRQb2ludCUyMiUyRiUzRSUzQyUyRm14R2VvbWV0cnklM0UlM0MlMkZteENlbGwlM0UlM0NteENlbGwlMjBpZCUzRCUyMndLaTNMMkhMdVhsNmZtbjRIeHJLLTE3JTIyJTIwdmFsdWUlM0QlMjIlMjIlMjBzdHlsZSUzRCUyMmVuZEFycm93JTNEY2xhc3NpYyUzQmh0bWwlM0QxJTNCcm91bmRlZCUzRDAlM0JleGl0WCUzRDAlM0JleGl0WSUzRDAuNSUzQmV4aXREeCUzRDAlM0JleGl0RHklM0QwJTNCZW50cnlYJTNEMSUzQmVudHJ5WSUzRDAuNSUzQmVudHJ5RHglM0QwJTNCZW50cnlEeSUzRDAlM0IlMjIlMjBlZGdlJTNEJTIyMSUyMiUyMHBhcmVudCUzRCUyMjElMjIlMjBzb3VyY2UlM0QlMjJ3S2kzTDJITHVYbDZmbW40SHhySy0xNCUyMiUyMHRhcmdldCUzRCUyMndLaTNMMkhMdVhsNmZtbjRIeHJLLTEyJTIyJTNFJTNDbXhHZW9tZXRyeSUyMHdpZHRoJTNEJTIyNTAlMjIlMjBoZWlnaHQlM0QlMjI1MCUyMiUyMHJlbGF0aXZlJTNEJTIyMSUyMiUyMGFzJTNEJTIyZ2VvbWV0cnklMjIlM0UlM0NteFBvaW50JTIweCUzRCUyMjU1MCUyMiUyMHklM0QlMjIyODglMjIlMjBhcyUzRCUyMnNvdXJjZVBvaW50JTIyJTJGJTNFJTNDbXhQb2ludCUyMHglM0QlMjI2MTAlMjIlMjB5JTNEJTIyMzA4JTIyJTIwYXMlM0QlMjJ0YXJnZXRQb2ludCUyMiUyRiUzRSUzQyUyRm14R2VvbWV0cnklM0UlM0MlMkZteENlbGwlM0UlM0NteENlbGwlMjBpZCUzRCUyMndLaTNMMkhMdVhsNmZtbjRIeHJLLTE4JTIyJTIwdmFsdWUlM0QlMjIlMjIlMjBzdHlsZSUzRCUyMmVuZEFycm93JTNEY2xhc3NpYyUzQmh0bWwlM0QxJTNCcm91bmRlZCUzRDAlM0JleGl0WCUzRDAlM0JleGl0WSUzRDAlM0JleGl0RHglM0QwJTNCZXhpdER5JTNEMCUzQmVudHJ5WCUzRDAuNSUzQmVudHJ5WSUzRDElM0JlbnRyeUR4JTNEMCUzQmVudHJ5RHklM0QwJTNCJTIyJTIwZWRnZSUzRCUyMjElMjIlMjBwYXJlbnQlM0QlMjIxJTIyJTIwc291cmNlJTNEJTIyd0tpM0wySEx1WGw2Zm1uNEh4ckstMTUlMjIlMjB0YXJnZXQlM0QlMjJ3S2kzTDJITHVYbDZmbW40SHhySy0xMiUyMiUzRSUzQ214R2VvbWV0cnklMjB3aWR0aCUzRCUyMjUwJTIyJTIwaGVpZ2h0JTNEJTIyNTAlMjIlMjByZWxhdGl2ZSUzRCUyMjElMjIlMjBhcyUzRCUyMmdlb21ldHJ5JTIyJTNFJTNDbXhQb2ludCUyMHglM0QlMjI3MTAlMjIlMjB5JTNEJTIyMzYwJTIyJTIwYXMlM0QlMjJzb3VyY2VQb2ludCUyMiUyRiUzRSUzQ214UG9pbnQlMjB4JTNEJTIyNDQwJTIyJTIweSUzRCUyMjMyMCUyMiUyMGFzJTNEJTIydGFyZ2V0UG9pbnQlMjIlMkYlM0UlM0MlMkZteEdlb21ldHJ5JTNFJTNDJTJGbXhDZWxsJTNFJTNDJTJGcm9vdCUzRSUzQyUyRm14R3JhcGhNb2RlbCUzRXaF1zAAABAASURBVHgB7N0LvG1lWS/+ueuUWnA6RlhmN8TciJaXwk1uREEwDUvEVEzI1ARNDbxU4t1StDJFIwMyb1DhDbBEExBSICHKayo7uZSVlUh2gpOX+sP/96zFmsw59tiLtfaea605xviez/PMMcY73zHe9/kOOmN99uuc85tG/h8BAgQIECBAgAABAgQIECDQdwH1ESBAgAABAgQIECBAYMUCFhBXTKUjgXkTMB8CBAgQIECAAAECBAgQIECg/wIqJECAAAECBAisv4AFxPU3NyIBAgQIDF1A/QQIECBAgAABAgQIECBAgED/BVRIgACBDgtYQOzwzTN1AgQIECBAgACB9RUwGgECBAgQIECAAAECBAgQINB/ARWORhYQ/VdAgAABAgQIECBAgAABAn0XUB8BAgQIECBAgAABAgQIrELAAuIqsHSdJwFzIUCAAAECBAgQIECAAAECBPovoEICBAgQIECAAIGNELCAuBHqxiRAgMCQBdROgAABAgQIECBAgAABAgQI9F9AhQQIECDQaQELiJ2+fSZPgAABAgQIEFg/ASMRIECAAAECBAgQIECAAAEC/RdQIYESsIBYCpIAAQIECBAgQIAAAQL9FVAZAQIECBAgQIAAAQIECBBYlYAFxFVxzUtn8yBAgAABAgQIECBAgAABAgT6L6BCAgQIECBAgAABAhsjYAFxY9yNSoDAUAXUTYAAAQIECBAgQIAAAQIECPRfQIUECBAgQKDjAhYQO34DTZ8AAQIECBBYHwGjECBAgAABAgQIECBAgAABAv0XUCEBAosCFhAXHbwSIECAAAECBAgQINBPAVURIECAAAECBAgQIECAAAECqxTo4ALiKivUnQABAgQIECBAgAABAgQIEOiggCkTIECAAAECBAgQILBRAhYQN0reuASGKKBmAgQIECBAgAABAgQIECBAoP8CKiRAgAABAgQ6L2ABsfO3UAEECBAgQGDtBYxAgAABAgQIECBAgAABAgQI9F9AhQQIEFgSsIC4JGFLgAABAgQIECBAoH8CKiJAgAABAgQIECBAgAABAgT6LzDzCi0gzpzUBQkQIECAAAECBAgQIECAwK4KOJ8AAQIECBAgQIAAAQIbJ2ABcePsjTw0AfUSIECAAAECBAgQIECAAAEC/RdQIQECBAgQIECgBwIWEHtwE5VAgAABAmsr4OoECBAgQIAAAQIECBAgQIBA/wVUSIAAAQK3ClhAvNXCHgECBAgQIECAQL8EVEOAAAECBAgQIECAAAECBAj0X0CFayBgAXENUF2SAAECBAgQIECAAAECBHZFwLkECBAgQIAAAQIECBAgsJECFhA3Un9IY6uVAAECBAgQIECAAAECBAgQ6L+ACgkQIECAAAECBHohYAGxF7dREQQIEFg7AVcmQIAAAQIECBAgQIAAAQIE+i+gQgIECBAgMClgAXFSwz4BAgQIECBAoD8CKiFAgAABAgQIECBAgAABAgT6L6BCAmsiYAFxTVhdlAABAgQIECBAgAABAjsr4DwCBAgQIECAAAECBAgQILCxAhYQ18PfGAQIECBAgAABAgQIECBAgED/BVRIgAABAgQIECBAoCcCFhB7ciOVQYDA2gi4KgECBAgQIECAAAECBAgQINB/ARUSIECAAAEC0wIWEKc9HBEgQIAAAQL9EFAFAQIECBAgQIAAAQIECBAg0H8BFRIgsEYCFhDXCNZlCRAgQIAAAQIECBDYGQHnECBAgAABAgQIECBAgAABAhstsPYLiBtdofEJECBAgAABAgQIECBAgACBtRcwAgECBAgQIECAAAECvRGwgNibW6kQArMXcEUCBAgQIECAAAECBAgQIECg/wIqJECAAAECBAg0BSwgNkUcEyBAgACB7guogAABAgQIECBAgAABAgQIEOi/gAoJECCwZgIWENeM1oUJECBAgAABAgQIrFZAfwIECBAgQIAAAQIECBAgQKD/AvNfoQXE+b9HZkiAAAECBAgQIECAAAEC8y5gfgQIECBAgAABAgQIEOiRgAXEHt1MpcxWwNUIECBAgAABAgQIECBAgACB/guokAABAgQIECBAYHsBC4jbm2ghQIAAgW4LmD0BAgQIECBAgAABAgQIECDQfwEVEiBAgMAaClhAXENclyZAgAABAgQIEFiNgL4ECBAgQIAAAQIECBAgQIBA/wVU2AUBC4hduEvmSIAAAQIECBAgQIAAgXkWMDcCBAgQIECAAAECBAgQ6JWABcRe3c7ZFeNKBAgQIECAAAECBAgQIECAQP8FVEiAAAECBAgQIECgTcACYpuKNgIECHRXwMwJEFg/gb0z1M8mX5J8e/LDyW3JLye/lrzplqz9aqv3qk/1rXPq3LpGugkCBAgQIECAAAECBAisSkBnAgQIECCwpgIWENeU18UJECBAgACBHgl8f2o5JvmO5BeTVyXflXx58ujkgcm7J/dI3i656Zas/Wqr96pP9a1z6ty6Rl3rHaPRqK5dY+Q0QYAAAQIECBAgQIAAAQIECPRTQFUEuiFgAbEb98ksCRAgQIAAgY0RuGOGfWayPjn4hWxPTT42eefkrKKuVdesa9cYNVaNWWPPagzXIUBgLQVcmwABAgQIECBAgAABAgQI9EzAAmLLDdVEgAABAgQIDF5gvwi8KXl98neT9cnBbNYlaqwas8auOdRc1mVggxAgQIAAgaEJqJcAAQIECBAgQIAAgXYBC4jtLloJEOimgFkTIEBgVwW25gJnJ/8q+ZRkfQ1pNtvHbrvtNjrooINGxx9//OiUU04ZnXfeeaPPfOYzoy996Uujr371q6ObbrppIWu/2uq96lN965w6t66x/ZXHLTV2zaHmUnM6YPyOHQIECBAgQIAAAQLDFlA9AQIECBAgsMYCFhDXGNjlCRAgQIAAgZUIbHifvTOD05OXJA9PtsbWrVtHr3jFK0aXXXbZ6IYbbhhdeOGFo9e97nWjY489dnTooYeO9t1339Gee+45uv3tbz/atGnTQtZ+tdV71af61jl1bl2jrlXXrGu3DrrYeHg2FydrjjXX7AoCBAgQIECAAAECBAgQINA1AfMlQKArAhYQu3KnzJMAAQIECBBYK4Hn58KfTx6V3C42b968sGh41VVXjS655JLRC1/4wtGWLVu267ezDXWtumZdu8aoxcQacwfXqznWXGvOO+iimcA6CxiOAAECBAgQIECAAAECBAgQ6J3AdguIvatQQQQIECBAgACBdoH7pPnDyVclNyWnor5i9D3vec/oyiuvXFg03Hvvtf/gX41Ri4k1Zo1dc5ia1OJBzbXm/OEcVg3ZCAIECBAgsHoBZxAgQIAAAQIECBAgQGBHAhYQdySjnUD3BMyYAAECBFYucEy6fix5YHIq6qtE3/e+9y18PekRRxwx9d56HtTY9TWnNZeaU8vYNfeqoWppeVsTAQIECBAgQIBATwWURYAAAQIECBBYcwELiGtObAACBAgQIHBbAt5fZ4GTMt6pyfokXzaLsccee4xOPfXUha8pPeywwxYb5+C15lJfb1pzqzk2plQ1VC1VU+MthwQIECBAgAABAgQIECAwXwJmQ4AAge4IWEDszr0yUwIECBAgQGDXBL4lp5+dPC45FUcdddToc5/73OiYY+b3w3w1t5pjzXVq8osHVVPVVjUutnhdHwGjECBAgAABAgQIECBAgAABAv0XGGCFFhAHeNOVTIAAAQIEBijwnan5guThyamoT/adfvrpoz333HOqfR4Pao4115pzy/yqtqqxam15WxMBAgQITArYJ0CAAAECBAgQIECAAIEdC1hA3LGNd7olYLYECBAgQGBHArWgdm7erN8MzGYxNm/ePLrsssvm+lOHizPd/rU+jVhzrxoa71aNVWvV3HjLIQECBAgQIECgFwKKIECAAAECBAgQWAcBC4jrgGwIAgQIEFhOwHsE1lSgvtKzvtpz/8lRDj744NHFF1882rJly2Rzp/Zr7lVD1dKYeNVaNVftjbccEiBAgAABAgQIECBAYKMEjEuAAAECXRKwgNilu2WuBAgQIECAwGoF3pkT6lN52SzGIx/5yNEFF1zQia8sXZzxjl/rK02rlqqp0atqrtobzTM+dDkCBAgQIECAAAECBAgQIECg/wIqHKSABcRB3nZFEyBAgACBQQiclCrrdwGzWYxaaDvnnHNGmzZtWmzoweumTZtGVVPV1iinai+DRrNDAgQIjEYMCBAgQIAAAQIECBAgQIDAcgIWEJfT6c57ZkqAAAECBAhMCxyTw+OS46iv+jz77Ppmz3FTr3aqtqqxUVQZlEWj2SEBAgQIECDQUQHTJkCAAAECBAgQILAuAhYQ14XZIAQIENiRgHYCBNZA4D655inJcWzevHl05pln9uqTh+PibtnZtGnTQo1V6y1NS5uyKJOlY1sCBAgQIECAAAECBNZdwIAECBAgQKBbAhYQu3W/zJYAAQIECBC4bYHXp8vUd5S+7W1vm/1vHmaQeYs999xzVLU25lUWZdJodkiAAAECBAgQIECAAAECBAjcpoAOBAYqYAFxoDde2QQIECBAoKcCz09dBybHceqpp462bNkyPu77TtVaNTfqLJOyaTQ7JDBMAVUTIECAAAECBAgQIECAAAECywv0YQFx+Qq9S4AAAQIECAxFYO8UemJyHEcdddTomGOG9xOAVXPVPoZY3CmbMlo88kqAAAECBLonYMYECBAgQIAAAQIECKyTgAXEdYI2DAECbQLaCBAgMFOBl+Vq9XWd2YxGe+yxx+i1r33twv4QX6r2MpiovWzKaKLJLgECBAgQIECAAIH1EDAGAQIECBAg0DUBC4hdu2PmS4AAAQIE5kFg/uZwQKZ0VHIcJ5544qh+E3DcMLCdqr0MGmWX0dZGm0MCBAgQIECAAAECBAgQINAuoJUAgcEKWEAc7K1XOAECBAgQ6JXAcyer2bp16yC/unTSoPbrq0zLovYn8nkT+3YHKKBkAgQIECBAgAABAgQIECBAoP8Cu1qhBcRdFXQ+AQIECBAgsNEC+2UChyfHccIJJ4z3h77TYlFWZTZ0GvUTIECgawLmS4AAAQIECBAgQIAAgXUTsIC4btQGItAUcEyAAAECMxI4dvI6Bx100Oiwww6bbBr0flmUSQNhyqzxnkMCBAgQIECAAIGZCrgYAQIECBAgQKB7AhYQu3fPzJgAAQIENlrA+PMkcMdM5snJcTzzmc8c79tZFGgxKbOyW+zglQABAgQIECBAgAABAgS2F9BCgACBAQtYQBzwzVc6AQIECBDogcATUsOm5EJs3rx5dMQRRyzse7lVoEzK5taWUZmV3UTTMHZVSYAAAQIECBAgQIAAAQIECPRfQIW7LmABcdcNXYEAAQIECBDYOIHHTA599NFHTx7anxBosZmym+hqlwABAvMoYE4ECBAgQIAAAQIECBAgsI4CFhDXEdtQkwL2CRAgQIDALgt8f65wYHIcRx555HjfzrRAi03ZleGgBODUAAAQAElEQVR0R0cECBAgQIAAgZkKuBgBAgQIECBAgEAXBSwgdvGumTMBAgQ2UsDYBOZH4OGTU9m6deto7733nmyyPyFQNmU00VS7U4bVIAkQIECAAAECBAgQILAg4IUAAQIEBi1gAXHQt1/xBAgQIECg0wIPmZz9wx9uLWzSo22/xWjKsO0cbQQIECBAgAABAgQIECBAgEC3BMyWwCwELCDOQtE1CBAgQIAAgY0QeODkoIcccsjkof0WgRajKcOWUzQRIDAfAmZBgAABAgQIECBAgAABAgTWVcAC4rpyLw1mS4AAAQIECOyiQH1X6Z2XrrHbbruNtmzZsnRouwOBMiqribfLsCwnmuwSIECAAAECsxNwJQIECBAgQIAAAQLdFLCA2M37ZtYECGyUgHEJEJgXgftOTmS//fabPLS/jECL1ZTlMqd6iwABAgQIECBAgMBwBFRKgAABAgQGLmABceD/ASifAAECBAh0VGDfyXnf+973njxs3de4KNBiNWW52MsrAQIECBAgQIAAAQIECBDopoBZEyAwGwELiLNxdBUCBAgQIEBgfQXuNjncPvvsM3lofxmBFqspy2VO9RaBjRIwLgECBAgQIECAAAECBAgQILDOAhuwgLjOFRqOAAECBAgQ6KPAD04Wdde73nXy0P4yAi1WU5bLnOotAgQIECCwSgHdCRAgQIAAAQIECBDoqoAFxK7eOfMmsBECxiRAgMD8CHzP5FTucpe7TB7aX0agxWrKcplTvUWAAAECBAgQIDAUAXUSIECAAAECgxewgDj4/wQAECBAgMAQBHpY4x6TNe25556Th/aXEWixmrJc5lRvESBAgAABAgQIECBAgMCcC5geAQIEZiVgAXFWkq5DgAABAgQIrKfAbpOD7b777pOH9pcRaLGaslzmVG9tjIBRCRAgQIAAAQIECBAgQIAAgf4LzF2FFhDn7paYEAECBAgQILACgW+d7HO7291u8tD+MgItVlOWy5zqLQIECBBYlYDOBAgQIECAAAECBAgQ6K6ABcTu3jszX28B4xEgQIAAAQIECBAgQIAAAQL9F1AhAQIECBAgQIDAyAKi/wgIECBAoPcCCuylwDcmq/r6178+eWh/GYEWqynLZU71FgECBAgQIECAAAECBOZawOQIECBAYHYCFhBnZ+lKBAgQIECAwPoJ3Dg51A033DB5aH8ZgRarKctlTt2It4xJgAABAgQIECBAgAABAgQI9F9AhXMoYAFxDm+KKREgQIAAAQK3KXD9ZI/rrrtu8tD+MgItVlOWy5zqLQIECKxCQFcCBAgQIECAAAECBAgQ6LKABcQu3731nLuxCBAgQIDAfAn86+R0/vmf/3ny0P4yAi1WU5bLnOotAgQIECBAYAgCaiRAgAABAgQIECAQAQuIQRAECBDos4DaCPRU4B8m67rmmmsmD+0vI9BiNWW5zKneIkCAAAECBAgQIEBgjgVMjQABAgQIzFLAAuIsNV2LAAECBAgQWC+BqyYHuvLKKycP+7K/JnW0WE1ZrsmgLkqAAAECBAgQIECAAAECBAjsSEA7gbkUsIA4l7fFpAgQIECAAIHbEPjs5Puf/OQnJw/tLyPQYjVlucyp3iJAYMUCOhIgQIAAAQIECBAgQIAAgW4LWEBcyf3ThwABAgQIEJg3gY9PTuiKK66YPLS/jECL1ZTlMqd6iwABAgQI9F9AhQQIECBAgAABAgQILAhYQFxg8EKAQF8F1EWAQG8Frk5l/5JciBtvvHF0+eWXL+x72bFAGZXVRI8yLMuJJrsECBAgQIAAAQIEuidgxgQIECBAgMBsBSwgztbT1QgQIECAAIHZCKzkKhdPdrrgggsmD+23CLQYTRm2nKKJAAECBAgQIECAAAECBAispYBrEyAwpwIWEOf0xpgWAQIECBAgcJsCH5rs8YEPfGDy0H6LQIvRlGHLKZoI7ISAUwgQIECAAAECBAgQIECAAIGuC9z2AmLXKzR/AgQIECBAoK8CUyuGl1566ejqq30b545udtmUUeP9KcPGew4JECBAYGgC6iVAgAABAgQIECBAgMAtAhYQb4GwIdBHATURIECg5wL/mPo+khzHmWeeOd63My3QYlN2ZTjd0REBAgQIECBAgEDnBEyYAAECBAgQIDBrAQuIsxZ1PQIECBAgsOsCrrBygXdNdj399NMnD+1PCLTYTNlNdLVLgAABAgQIECBAgAABAusjYBQCBAjMrYAFxLm9NSZGgAABAgQIrEDgj9Ln5uRCbNu2bXTWWWct7Hu5VaBMyubWllGZld1Ek93ZCLgKAQIECBAgQIAAAQIECBAg0H+B/ldoAbH/91iFBAgQIECgzwJfSXFvTo7j5JNPHu/bWRRoMSmzslvs4JUAAQIERiMGBAgQIECAAAECBAgQIDAWsIA4prDTNwH1ECBAgMBgBE6drPSiiy4anXvuuZNNg94vizJpIEyZNd5zSIAAAQIECBDolIDJEiBAgAABAgQIzF7AAuLsTV2RAAECBHZNwNkEVitwRU44JzmOV73qVeP9oe+0WJRVmQ2dRv0ECBAgQIAAAQIECGysgNEJECBAYI4FLCDO8c0xNQIECBAgQGDFAq+Z7HnppZeOTjvttMmmQe6XQVk0iv+dxvEMD12KAAECBAgQIECAAAECBAgQ6L+ACocgYAFxCHdZjQQIECBAoP8Cl6bEM5LjeMELXjC67rrrxsdD26nay6BRdxld0mhzSIAAgdGIAQECBAgQIECAAAECBAgQmBCwgDiB0addtRAgQIAAgQEKvCw135xciOuvv370nOc8Z2F/iC9VexlM1F42ZTTRZJcAAQIECBDouoD5EyBAgAABAgQIEFgLAQuIa6HqmgQIENh5AWcSILDzAlfn1Bckx3HGGWcM8qtM66tLq/YxxOJO2ZTR4pFXAgQIECBAgAABAgQ2UsDYBAgQIEBgrgUsIM717TE5AgQIECBAYJUCr07/jyTHceyxx44uv/zy8fHa7czHlavWqrkxmzIpm0azQwIECBAgQIAAAQIECBAgQGB1AnoTGIaABcRh3GdVEiBAgACBIQkcl2Lr6zqzWYwnPvGJg/g9xPrdw6p1serxa1mUybjBDgECDQGHBAgQIECAAAECBAgQIECAwJRALxcQpyp0QIAAAQIECAxN4BMp+GnJcWzbtm105JFHjm6+udbSxs292qnaqsaqtVFYWZRJo9khAQIECBDovoAKCBAgQIAAAQIECBBYGwELiGvj6qoECOycgLMIECAwK4HTcqHXJ8dx4YUXjh71qEeNj/u2U7VVjY26yqAsGs0OCRAgQIAAAQIECGyogMEJECBAgACBORewgDjnN8j0CBAgQIBANwTmcpbHZ1bnJMfx3ve+d3T44Yf36pOI9cnDqqlqGxe6uFO1l8HikVcCBAgQIECAAAECBAgQILDLAi5AgMBQBCwgDuVOq5MAAQIECPRH4P+klO9P3iN5/+TByZ9JPiF5bPJ5yZcmX5P8cvJLyXHUQtshhxzSi99ErN88rFqqpnGBizsfyeaxSUHgtgX0IECAAAECBAgQIECAAAECBPovsMoKLSCuEkx3AgQIECBAYFUCu6X39yR/OHnf5IHJn0rW4tZTsj0u+aLkq5MnJ9+WfE/yvOTFyU8lr01el6wfMKz8Sva/kPxs8vLkh5LvTZ6RPCX528mXJZ+b/MXknZL/lRxHfdXnAx/4wNHll9fp4+ZO7dTcq4aqpTHxy3Jc39X639kKAgQIEOixgNIIECBAgAABAgQIECCwVgIWENdK1nUJrF7AGQQIEOiywPdl8h9M/l3yX5I3JGuxr7Z1XO0fS9uHk+cm35F8U/Kk5G8kfy35jOTPJ49IHpo8IPkjyR9KfldyV+IhObk+lZfNYmzbtm20//77j047rXs/EVhzrrlXDYvVjF+rxsNy9O9JQYAAAQIECBAgMJ8CZkWAAAECBAgQmHsBC4hzf4tMkAABAgTmX8AMI/BPyccn/zpZnzisTx5mdy7iOZlFfSrvkGzrdwGzuTWOPfbY0dFHH92JrzStryytudacb61gvFe1VY0WD8ckdggQIECAAAECBAgQIDBLAdciQIDAcAQsIA7nXquUAAECBAistUAtXP1cBqmvz5z63cG0bVRcmoFfl6yor/Ssub2+DibzjDPOGN3jHveY608j1qcOa44118m537JfNVVtVeMtTTYrEtCJAAECBAgQIECAAAECBAgQ6L+AClctYAFx1WROIECAAAECBG5D4Jy8f4/knyQ3Mup3D49umcDxaTs2WV+xms1iXH/99aP6ZN8BBxwwOvfc+pbVxfaNfq251JxqbjXHxnyqhqqlamq85ZAAAQL9FlAdAQIECBAgQIAAAQIECKydgAXEtbN15dUJ6E2AAAEC/RJY+jTiI1PWdcmNiOdl0GuTbVE/fHi/vFG/GZjNrXHppZeOHvGIR4wOPvjg0VlnnXXrG+u8V2PXHGouNaeW4WvuVUPV0vK2JgIECBAgQIDAXAqYFAECBAgQIECAQAcELCB24CaZIgECBOZbwOwILCvwp3l3n+Q7k+sZF2aw308uF5/Imw9KnpCsT/Jlc2tcdNFFo0c/+tGjffbZZ/TKV75ydPXVV9/65hrt1Rg1Vo1ZY9ccWoaqudaca+5VQ0sXTQQIECBAgAABAgQIEJi1gOsRIECAwJAELCAO6W6rlQABAgQIbIxAfRrxcRm6Po1Y+9ld0/jPXL3tq0vT3BqvTusPJ89Ibhfbtm0bvehFLxrd7W53G9VXidYC3+WXX75dv51tqGvVNevaNUaNVWPu4Ho1x5przXkHXVbRrCsBAgQIECBAgAABAgQIECDQfwEVEtgJAQuIO4HmFAIECBAgQGCnBJY+jVjbnbrACk86Lv2+mFxN1McLa9HxgTmpfsMxm+2jvkq0Fvj233//0e67777wNafPfvazR6eeeuro/PPPH332s58dXXfddaOvfe1ro5tvvnkha7/a6r3qU33rnPp60rpGXauuWdfefsRxS83pgBzVHGuu2RUECAxZQO0ECBAgQIAAAQIECBAgQGAtBSwgrqXuyq+tJwECBAgQGIrAdSm0PolYn0j8cvZnHR/IBd+a3Nm4JCc+Knn/5B8m6+tCs9k+brzxxlF9xehJJ500etrTnjZ66EMfOrrnPe85utOd7jS6wx3uMPqmb/qmhaz9aqv3qk/1rXPq3LrG9lcet9TYNYeaS83p0vE7dggQIECAAIGuCpg3AQIECBAgQIAAgU4IWEDsxG0ySQIE5lfAzAgQ2EmB+k3EfXPuWclZxVdyoScnZxFX5CK/mNwj+azkR5LrFTVWjVlj1xxqLus1tnEIECBAgAABAgQIEGgV0EiAAAECBIYlYAFxWPdbtQQIECBAYJ4E6tOIj86E3pS8Kbmr8bRc4F+TK4uV9apFyZPT9UHJH0gem6zFz3/JdlZR16pr1rVrjBqrxqyxZzWG6xAgQIAAAQIECBAgQIAAx7FGugAAEABJREFUgWEKqJoAgZ0SsIC4U2xOIkCAAAECBGYg8DO5xl8l61N2u/o3ybtynVqEy2bN4h9z5dOS9fWr35vt3ZKPSb40eXqyPjn4d9len/x6sr6CtLL2q63eqz7Vt86pc+sada26Zl27xsipggCB5QS8R4AAAQIECBAgQIAAAQIECKytwK7+Y90sZucaBAgQIECAwLAEfjzlnpN8b3K/5K7Gv+UC9em9bNY1rs5o707+evLnk/XJwc3Zflfy9sn6O6uy9qut3qs+1bfOqXPrGukqCBAgQIDAIAQUSYAAAQIECBAgQIBARwTqH7U6MlXTJEBg/gTMiAABAqsSuEt6/36yftPvkdnOKp6UC/m6zyAIAgQIECBAgAABAmsj4KoECBAgQIDA0AQsIA7tjquXAAECBAiUwPrmpgz34uS1yacl2+LNaXx2crXx9pzwgaQgQIAAAQIECBAgQIAAAQIEmgKOCRAgsJMCFhB3Es5pBAgQIECAwIoE6vcNa+GwvrLzW1rOqMW/rWl/SvLvk6uJL6bzs5KCwKAEFEuAAAECBAgQIECAAAECBAj0X2CjK7SAuNF3wPgECBAgQKCfAj+Vsj6a/IPkDyab8ck0/Gyy+v1lthX/r15WkUen738mBQECBAgQ6IKAORIgQIAAAQIECBAgQKAzAhYQO3OrTHT+BMyIAAECBFoE7pu29yTPTe6fbMaX0vDLyfskq18241jNAuKpOevCpCBAgAABAgQIECCwxgIuT4AAAQIECBAYnoAFxOHdcxUTIECAAIG1EPjuXPTk5MeSRyTb4lVp3Cv5u8m2uLGtsaXtH9L23KQgQIAAAQIECBAgQIAAAQI7FvAOAQIECOy0gAXEnaZzIgECBAgQIHCLwAuyrd85fEa2bfG2NP5wsvr9V7Y7ipV8AvHmnPyE5Er6ppvom4B6CBAgQIAAAQIECBAgQIAAgf4LqHDjBSwgbvw9MAMCBAgQINBVgSdl4lcnX5m8Q7IZ56XhwOQvJK9K3lasZFHwpFzk0qQgQIAAgW4JmC0BAgQIECBAgAABAgQIdEjAAmKHbtZ8TdVsCBAgQGDAAj+Z2i9Ovjl512Qz/jYNRyaX+mV3RbHcpxPrArVYWZ9irH1JgAABAgQIECCwLgIGIUCAAAECBAgQGKKABcQh3nU1EyAwbAHVE9h5gR/Nqe9M/nnygGQzrk/Ds5M/knxHcrWx3G8g3pSLPT75taQgQIAAAQIECBAgQIAAgdsS8D4BAgQIENgFAQuIu4DnVAIECBAgMBCB70qd9dWhn8z2Mcm2+O001qcRq192dypqkfDrOzjzN9N+RXLQoXgCBAgQIECAAAECBAgQIECg/wIqJDAPAhYQ5+EumAMBAgQIEJhfgV/L1K5NHpdsizPSuE/yV5P/mdzVaPsdxM/loi9JCgIECHRVwLwJECBAgAABAgQIECBAgECnBCwg7tTtchIBAgQIEOi9wNGpcFvy1cndks24MA0HJ5f6ZXcmcUPLVer3FP+npV0TAQIECBAgQGCNBVyeAAECBAgQIECAwDAFLCAO876rmsBwBVROgMBtCRySDn+RfHvy7slm1KcBn5DGhyQvSs46/qtxwRfl+FNJQYAAAQIECBAgQIAAgZUL6EmAAAECBAjskoAFxF3iczIBAgQIEOiNwL6p5I+T5ycflGzG/03DrySX+mV3TWJyAbF+c/FVS6PYEiBAgAABAgQIECBAgAABAv0XUCEBAvMhYAFxPu6DWRAgQIAAgY0SuGMG/p3kZ5KPT7bFa9O4V/I1ybWOpd9A/EYGqvnclK0gQKDbAmZPgAABAgQIECBAgAABAgQIdExgJxYQO1ah6RIgQIAAAQI7Enhu3rg2+ZxkW5yZxnsmq99Xsl2PWFpAfGEGq69LzUYQIECAAAECGyNgVAIECBAgQIAAAQIEhipgAXGod17dwxRQNQECBBYFfi6bzybrE4XfkW0zPpyGQ5P1CcDql911i1pAvDSj1acisxEECBAgQIAAAQIECKxawAkECBAgQIAAgV0UsIC4i4BOJ0CAAAEC6yEwozEenOt8KPlHyXskm/H5NDwxWf0uyHYj4t8z6BOSNycFAQIECBAgQIAAAQIECBAYlIBiCRAgMC8CFhDn5U6YBwECBAgQWDuBzbn06cmLkgcnm3FjGp6fvHvy7cmNjBdn8H9ICgJ9EVAHAQIECBAgQIAAAQIECBAg0H+B3lVoAbF3t1RBBAgQIEBgLLB79n4reWXyqGRbvCGNeyV/MzkP8aV5mIQ5ECBAgACB0YgBAQIECBAgQIAAAQIEhitgAXG49354lauYAAECwxI4PuVem/yVZFu8K433Th6X/HJSECBAgAABAgQIEOiHgCoIECBAgAABAgR2WcAC4i4TugABAgQIrLWA669K4LHp/enk65J7JJtxaRoelqx+n8pWECBAgAABAgQIECBAgACBuRAwCQIECBCYHwELiPNzL8yEAAECBAjsisADc/IHk+9I3ivZjGvS8OTkAcnql40gsOYCBiBAgAABAgQIECBAgAABAgT6L6DCHgpYQOzhTVUSAQIECAxKYO9U+9bkR5IPTTbja2l4YbL6vSVbQYAAAQIEViCgCwECBAgQIECAAAECBAgMWcAC4lDuvjoJECBAoG8C35aCTkxelXxisi1+L417JatfNoIAAQIECBAgQKD3AgokQIAAAQIECBAgMAMBC4gzQHQJAgQIrKWAaxNoEXhW2q5NnpBsi7PSeL/kM5P/mhQECBAgQIAAAQIECBAgMOcCpkeAAAECBOZJwALiPN0NcyFAgAABAssLPDpvfzz5huSdks24LA2PSC71y67YQAFDEyBAgAABAgQIECBAgAABAv0XUCGBXgpYQOzlbVUUAQIECPRM4AGp5/3Jdyfvk2zGP6ThqcmfSJ6bFAQIECCwSwJOJkCAAAECBAgQIECAAAECwxYYxgLisO+x6gkQIECguwI/lKm/KXlp8uHJZvx3Gl6avGuy+mUjCBAgQIAAAQIDFlA6AQIECBAgQIAAAQIzEbCAOBNGFyFAYK0EXJfAQAVul7p/I1m/c/iUbNvilDTulfz15E1JQYAAAQIECBAgQIAAgc4KmDgBAgQIECAwXwIWEOfrfpgNAQIECBB4eghq4fBF2bbFn6bx/snq98/ZzmuYFwECBAgQIECAAAECBAgQINB/ARUSINBTAQuIPb2xyiJAgACBzgkcnhn/dfKNyTsnm3FFGh55S9Z+dgUBAgTWQsA1CRAgQIAAAQIECBAgQIAAgf4LLF+hBcTlfbxLgAABAgTWWqA+TVifKjw7A/1Yshn1KcP6tOFSv+b7jgkQIECAAAECiwJeCRAgQIAAAQIECBAgMCMBC4gzgnQZAmsh4JoECPRa4PtT3anJy5M/nWxG/a5h/b5h/c5h/d5h833HBAgQIECAAAECBAj0REAZBAgQIECAAIF5E7CAOG93xHwIECBAoA8Cy9XwzXnzpclrk8ck2+JNaayFw+r339kXBAgQIECAAAECBAgQIECAwPwJmBEBAgR6K2ABsbe3VmEECBAgMIcCtWBYC4cvy9xqITGbqTg3Rz+RfGryC0lBgMC6CxiQAAECBAgQIECAAAECBAgQ6L+ACm9LwALibQl5nwABAgQI7LrAI3KJ+qrS+srS+urSHE7Fx3N0RLL6XZatIECAAAECBFYroD8BAgQIECBAgAABAgQIzEzAAuLMKF1o1gKuR4AAgR4I/FhqODv5Z8n7J5vxr2l4ZvJ+yeqXjSBAgAABAgQIECAwLAHVEiBAgAABAgQIzJ+ABcT5uydmRIAAga4LmP9odOcgvDH518nDk23xyjTW7xz+XraCAAECBAgQIECAAAECBAh0TcB8CRAgQKDHAhYQe3xzlUaAAAECGyLwooxav3P49Gzb4i1p3DtZ/b6WrSAwRwKmQoAAAQIECBAgQIAAAQIECPRfQIUEblvAAuJtG+lBgAABAgRWIvCUdKqFw9/I9nbJZvx5Gg5IPjl5TVIQIECAAIHZCbgSAQIECBAgQIAAAQIECBCYoYAFxBlizvJSrkWAAAECnRF4eGZ6afJNyR9KNuNTaXhscqlfdgUBAgQIECBAgACBRQGvBAgQIECAAAECBOZRwALiPN4VcyJAoMsC5j4cgfuk1Hcn3598QLIZ16XhuOS9k+9KCgIECBAgQIAAAQIECBDoj4BKCBAgQIBArwUsIPb69iqOAAECBNZA4E655huSH08+OtkWv5nGuyarXzaiGwJmSYAAAQIECBAgQIAAAQIECPRfQIUECKxEwALiSpT0IUCAAAECiwInZFO/c/isbNvi7Wm8e/L5yRuTggABAgTWQ8AYBAgQIECAAAECBAgQIECAwEwF5nIBcaYVuhgBAgQIENh1gSfmEp9Pnpj8tmQzLkjDg5NL/bIrCBAgQIAAAQIEbkvA+wQIECBAgAABAgQIzKeABcT5vC9mRaCrAuZNoG8CD01BH0m+NXm3ZDM+k4bHJw9NfjgpCBAgQIAAAQIECBAgMAQBNRIgQIAAAQI9F7CA2PMbrDwCBAgQ2CmBe+WsM5MfTD4w2YyvpOG5yaV+2e16mD8BAgQIECBAgAABAgQIECDQfwEVEiBAYGUCFhBX5qQXAQIECAxDYI+U+brkp5OPS7bFa9K4V/K1SUGAAIGNFzADAgQIECBAgAABAgQIECBAoP8C61yhBcR1BjccAQIECMytwK9kZtcmj0+2xR+n8R7J6vd/sxUECBAgQIAAgV0ScDIBAgQIECBAgAABAgTmVcAC4rzeGfPqooA5EyDQTYGjMu0rk7+V3D3ZjIvS8JDkE5LVLxtBgAABAgQIECBAgMCABZROgAABAgQIEOi9gAXE3t9iBRIgQIDADgQOTnstDp4+Go02Z78Z29JwdLL6XZitIECAAAECBAgQIECAAAECBDotYPIECBAgsFIBC4grldKPAAECBPoiUF9D+kcp5kPJByeb8Z9p+NXkPskzkoIAgXkWMDcCBAgQIECAAAECBAgQIECg/wIqXHcBC4jrTm5AAgQIENggge/IuK9Jfjb5c8m2OCmNeyV/OykIECBAgACBNRRwaQIECBAgQIAAAQIECBCYXwELiPN7b7o2M/MlQIDAPAs8J5O7NvncZFu8I40/knx28t+TggABAgQIECBAgACBdgGtBAgQIECAAAECAxCwgDiAm6xEAgQILC/Q63ePTHWfSf5O8o7JZlychocmq9/fZisIECBAgAABAgQIECBAgEBPBZRFgAABAgRWLmABceVWehIgQIBAdwQelKmen/yT5L7JZlyVhl9IHpisftkIAh0UMGUCBAgQIECAAAECBAgQIECg/wIqJLABAhYQNwDdkAQIECCwZgI/nCu/PfkXyUOSzfivNJyQrH5vy1YQIECAAIENETAoAQIECBAgQIAAAQIECBCYZwELiLO5O65CgAABAhsrsFuGf3Xy75JHJ9vid9O4V7L6ZcR0Kb4AABAASURBVCMIECBAgAABAgQIrFrACQQIECBAgAABAgQGIWABcRC3WZEECOxYwDs9EDguNVyb/LVkW7w7jfdJ/nLyS0lBgAABAgQIECBAgAABAoMTUDABAgQIECCwGgELiKvR0pcAAQIE5kngMZnMJ5MnJb8r2Yy/TMNPJZf6ZVf0SkAxBAgQIECAAAECBAgQIECAQP8FVEiAwIYIWEDcEHaDEiBAgMAuCByQc/88+c7kjyabUZ9GfEoatyY/kBQECBAgMGcCpkOAAAECBAgQIECAAAECBAjMt8AsFhDnu0KzI0CAAIG+CNw1hbw5eXHyJ5PN+HoaXpxc6pddQYAAAQIECBAgMEMBlyJAgAABAgQIECBAYCACFhAHcqOVSaBdQCuBTgjcIbN8ZfLq5JOSbfHGNO6VfEVSECBAgAABAgQIECBAgMCUgAMCBAgQIECAwOoELCCuzktvAgQIEFhfgWdkuPpK0hdk2xbnpPHHk9XvX7IdTqiUAAECBAgQIECAAAECBAgQ6L+ACgkQILBBAhYQNwjesAQIECCwrMARefdjyZOT351sxuVp+Onko5J/kxQECBDojICJEiBAgAABAgQIECBAgAABAv0X6HqFFhC7fgfNnwABAv0S2D/lvC/5nuR9k834xzQcm1zql11BgAABAgQIEFgXAYMQIECAAAECBAgQIEBgMAIWEAdzqxW6vYAWAgTmSOAHM5c/SH40eViyGf+Thpcl63cOT8tWECBAgAABAgQIECBAYIUCuhEgQIAAAQIECKxWwALiasX0J0CAAIFZCnxLLvbyZP3O4S9m2xa1YFgLh9Xv/1vo4IUAAQIECBAgQIAAAQIECBDov4AKCRAgQGDDBCwgbhi9gQkQIDB4gadFoBYOX5LtpmQz/iwNW5L1laX/lK0gQKAHAkogQIAAAQIECBAgQIAAAQIE+i+gwu4LWEDs/j1UAQECBLom8DOZ8BXJ30/eJdmMv0nD4cnq91fZCgIECBAgQGDjBcyAAAECBAgQIECAAAECBAYkYAFxQDd7ulRHBAgQWHeB/TLie2/JH8+2GV9Mwy8l673ql11BgAABAgQIECBAgMCuCTibAAECBAgQIECAwOoFLCCu3swZBAgQ2FiB7o1enzI8JdOuTxPWpwqzu138Rlr2StanErMRBAgQIECAAAECBAgQIEBg4ALKJ0CAAAECGyhgAXED8Q1NgACBngvUM6Z+37B+57B+x7Ct3D9MYy0cVr9vZF8Q6LWA4ggQIECAAAECBAgQIECAAIH+C6iQQB8E6h93+1CHGggQIEBgvgSemunUwuHLs/2WZDPen4YHJH8x+fdJQYAAAQIE5lnA3AgQIECAAAECBAgQIECAwKAEBrqAOKh7rFgCBAisp8BhGeyjydOSP5BsxifS8LPJpX7ZFQQIECBAgAABAgTWSsB1CRAgQIAAAQIECBDYGQELiDuj5hwCBDZOwMjzKnC/TOys5PuS+yeb8W9peFbyvsn3JAUBAgQIECBAgAABAgQIENixgHcIECBAgACBDRWwgLih/AYnQIBA5wW+JxWcnPyb5KOSbfGqNN41Wf2yEUMVUDcBAgQIECBAgAABAgQIECDQfwEVEiDQDwELiP24j6ogQIDARgi8MIPW7xw+I9u2eGsa75Z8QfK/koIAAQIEuilg1gQIECBAgAABAgQIECBAgED/BaYqtIA4xeGAAAECBFYg8KT0uTr5iuTtk804Lw0HJpf6ZVcQIECAAAECBAisv4ARCRAgQIAAAQIECBAgsHMCFhB3zs1ZBDZGwKgENlbgYRn+kuSbk/WVpNlMxadz9LjkTyYvTgoCBAgQIECAAAECBAgQ2BkB5xAgQIAAAQIENljAAuIG3wDDEyBAoAMCP5o5vjP5geTWZDOuT8Ozk0v9siuaAo4JECBAgAABAgQIECBAgACB/guokAABAn0RsIDYlzupDgIECMxeYM9c8vXJTyYfk2yL30rjXsmTkoIAAQJ9FFATAQIECBAgQIAAAQIECBAg0H8BFTYELCA2QBwSIECAwILAr+X12uQvJ9vijDRuTla/G7IVBAgQIECAAIE5EzAdAgQIECBAgAABAgQIENhZAQuIOyvnvPUXMCIBAush8PMZ5O+Sr05+e7IZH0rDQcmjk9UvG0GAAAECBAgQIECAAIEZCrgUAQIECBAgQIDAhgtYQNzwW2ACBAgQmAuBQzKLDyfflvzhZDM+l4YnJKvfX2S7qtCZAAECBAgQIECAAAECBAgQ6L+ACgkQIECgPwIWEPtzL1VCgACBnRG4Z076k+T5yQOTzfiPNDwvuW/yj5OCAIFhCaiWAAECBAgQIECAAAECBAgQ6L+ACglsJ2ABcTsSDQQIEBiEwB1T5WuTf5s8MtkW9f5eeeN3koIAAQIECBDolIDJEiBAgAABAgQIECBAgACBnRewgLjzdut7ptEIECAwO4H6ROG1udyzk21Rn0isTyY+N2/WJxCzEQQIECBAgAABAgQIrIuAQQgQIECAAAECBAjMgYAFxDm4CaZAgEC/Beaoup/LXD6X/O3kdySb8eE0HJKsfp/NVhAgQIAAAQIECBAgQIAAAQIrFNCNAAECBAj0ScACYp/uploIECDQLnBQmj+U/KPkPslm/F0afj754GT1y0YQIDAajSAQIECAAAECBAgQIECAAAEC/RdQIQECLQIWEFtQNBEgQKAnAptTxxnJC5MHJ5txYxp+LVn9Ts9WECBAgACBnggogwABAgQIECBAgAABAgQIENgVgW4sIO5Khc4lQIDA8AT+d0r+reSVySck2+L1adwrWf2yEQQIECBAgAABAgTmQMAUCBAgQIAAAQIECBCYCwELiHNxG0yCQH8FVLbuAs/OiNcmfyXZFu9M448mj09+OSkIECBAgAABAgQIECBAgMAuC7gAAQIECBAg0C8BC4j9up+qIUBguAKPS+mfTr42+Z3JZlyShocll/plVxBYVsCbBAgQIECAAAECBAgQIECAQP8FVEiAAIFWAQuIrSwaCRAg0BmBAzPT85JnJu+VbMbVaXhS8oHJDyYFAQIECPReQIEECBAgQIAAAQIECBAgQIBA/wXWtkILiGvr6+oECBBYK4G75cJvTX44eWiyGV9NwwuTS/2yKwgQIECAAAECBOZawOQIECBAgAABAgQIECAwJwIWEOfkRphGPwVURWANBL4913xV8vPJJybb4uQ07pU8MSkIECBAgAABAgQIECBAYI0FXJ4AAQIECBAg0DcBC4h9u6PqIUCgzwLPSnHXJJ+fbIuz0ni/ZPX7t2zFzgs4kwABAgQIECBAgAABAgQIEOi/gAoJECBAYAcCFhB3AKOZAAECcyTws5nLJ5JvSN4p2YyPpuGw5KOTH08KAgQIDFhA6QQIECBAgAABAgQIECBAgED/BVS41gIWENda2PUJECCw8wIPyKnvT74ree9kM/4hDU9NLvXLriBAgAABAgQIdFTAtAkQIECAAAECBAgQIEBgbgQsIM7NrejfRFREgMBOC9TvF/5hzr40+fBkM76Rhpckq9+bshUECBAgQIAAAQIECBDYMAEDEyBAgAABAgQI9E/AAmL/7qmKCBDorsDtMvXfSNbvHD4527Y4JY21cFj9bs7+WoRrEiBAgAABAgQIECBAgAABAv0XUCEBAgQIENihgAXEHdJ4gwABAusq8EsZ7drki5Jt8d407pd8evKLSUGAAIEWAU0ECBAgQIAAAQIECBAgQIBA/wVUSGDtBSwgrr2xEQgQILCcwOF582+Sv5e8c7IZV6ThZ5LV76+zFQQIECBAgEAfBdREgAABAgQIECBAgAABAgTmSMAC4hrdDJclQIDAbQhsyft/ljw7eb9kM/4pDU9L3j9Z/bIRBAgQIECAAAECBAjMm4D5ECBAgAABAgQIEOijgAXEPt5VNREgsCsCa33u92eA05KXJR+RbMZNaXh5cq/kqUlBgAABAgQIECBAgAABAgQIzF7AFQkQIECAAIFlBCwgLoPjLQIECMxQ4H/lWi9L1u8cPjXbtviDNNbCYfX7n+wLAgRWJaAzAQIECBAgQIAAAQIECBAg0H8BFRIgsB4CFhDXQ9kYBAgMXeDYANTC4Uuz/eZkM96Xhv2TxyS/kBQECBAgQGBYAqolQIAAAQIECBAgQIAAAQIE5kpgTRYQ56pCkyFAgMDGCfx0hr48eUry+5LN+Fgajkgu9cuuIECAAAECBAgQINAdATMlQIAAAQIECBAgQKCfAhYQ+3lfVUVgZwWcNxuBH89lzkn+afL+yWb8Sxqekfyx5NlJQYAAAQIECBAgQIAAAQIE1lPAWAQIECBAgACBZQUsIC7L400CBAisSuB70/uNySuSj0y2xSvTeNdk9ctGEJiVgOsQIECAAAECBAgQIECAAAEC/RdQIQECBNZHwALi+jgbhQCBfgtsSnkvTtbvHD4927Z4cxpr4fBF2X4tKQgQIECAwKKAVwIECBAgQIAAAQIECBAgQKD/Ah2r0AJix26Y6RIgMHcCT8mMrkn+evJbk8348zQckKx+tcCYXUGAAAECBAgQINAHATUQIECAAAECBAgQIECgrwIWEPt6Z9W1MwLOIbAagZ9K579Mvin5Q8lmfDINj0k+PHlpUhAgQIAAAQIECBAgQIDAfAiYBQECBAgQIECAwG0IWEC8DSBvEyBAoCFwnxy/O3lu8ieSzbguDccll/plV6y9gBEIECBAgAABAgQIECBAgACB/guokAABAgTWS8AC4npJG4cAga4LfHcK+N3kx5OPTrbFq9O4V/INSUGAAAECKxHQhwABAgQIECBAgAABAgQIEOi/gAo7J2ABsXO3zIQJENgAgRMyZv1+4TOzbYu3p/GHk9Xv/2UrCBAgQIAAAQK9F1AgAQIECBAgQIAAAQIECPRXwAJif+/taivTnwCB7QV+IU1XJU9M3iHZjPPT8KDkE5PVLxtBgAABAgQIECBAgACBuRYwOQIECBAgQIAAAQK3KWAB8TaJdCBAYIACD03NFyffktw72YzPpOHxyer3kWw3OAxPgAABAgQIECBAgAABAgQI9F9AhQQIECBAYP0ELCCun7WRCBCYf4EfyRTfkfxg8oBkM/49Dc9J3it5ZlIQIEBg1wScTYAAAQIECBAgQIAAAQIECPRfQIUEOihgAbGDN82UCRCYucAeueJJyU8lH5tsi9ekca/k65KCAAECBAgQGLiA8gkQIECAAAECBAgQIECAQJ8FLCAu3l2vBAgMV+BXU/q1yeOSbfFHabxH8leS/5kUBAgQIECAAAECBAh0V8DMCRAgQIAAAQIECBBYgYAFxBUg6UKAwDwL7PTcjsqZ25K/mdw92YyL0nBwsvpdma0gQIAAAQIECBAgQIAAAQIENkzAwAQIECBAgMB6ClhAXE9tYxEgMA8CD8kkanHw9GzvnmxGLRbWomEtHla/5vuOCRCYlYDrECBAgAABAgQIECBAgAABAv0XUCEgenK7AAAQAElEQVQBAp0UsIDYydtm0gQI7IRAfQ3pH+e8C5IPTjajvp60vqa0+tXXljbfd0yAAAECBAjcImBDgAABAgQIECBAgAABAgQI9FugFhD7XaHqCBAYusD/CcBrkp9NPj7ZFq9L417J6peNIECAAAECBAgQINBLAUURIECAAAECBAgQIEBgRQIWEFfEpBOBeRUwr9sQeG7evzZZ22y2izPTcq/kc5L/nhQECBAgQIAAAQIECBAgQGAOBUyJAAECBAgQILC+AhYQ19fbaAQIrI9AfdLwMxmqPlFYn0DM7lR8JEcPTS71y64gsM4ChiNAgAABAgQIECBAgAABAgT6L6BCAgQIdFTAAmJHb5xpEyDQKlC/bVi/cVi/dbhvS4/Pp+2JyQclz08KAgQIECCwagEnECBAgAABAgQIECBAgAABAv0XGHqFFhCH/l+A+gn0Q+DuKePtyYuSD0k24/+l4YTkUr/sCgIECBAgQIAAgYEJKJcAAQIECBAgQIAAAQIEVihgAXGFULrNo4A5ERjtHoPfTG5LHp1sizekca/kq5OCAAECBAgQIECAAAECBDonYMIECBAgQIAAAQLrLWABcb3FjUeAwKwEjsuFrkn+arIt3p3G+ySr33XZinkSMBcCBAgQIECAAAECBAgQIECg/wIqJECAAIHOClhA7OytM3ECgxV4bCr/VPKk5Hclm3FpGh6efEzyk0lBgAABAjMUcCkCBAgQIECAAAECBAgQIECg/wIqJGAB0X8DBAh0ReCATPTPk+9I/kiyGdem4SnJpX7ZFQQIECBAgAABArcI2BAgQIAAAQIECBAgQIAAgRULWEBcMdW8dTQfAoMR2DuVviV5cfInk834WhpelLxr8s1JQYAAAQIECBAgQIAAgR4JKIUAAQIECBAgQIDA+gtYQFx/cyMSILAygTuk2yuTVyV/IdkWb0zjXsnql01HwjQJECBAgAABAgQIECBAgACB/guokAABAgQIdFjAAmKHb56pE+ixwDNTW30l6QuybYuz0/hjyWck/zUpCBAgsC4CBiFAgAABAgQIECBAgAABAgT6L6BCAgRGIwuI/isgQGCeBI7IZD6e/N3kdyebcXkaHpGsfh/LVhAgQIAAAQIEViKgDwECBAgQIECAAAECBAgQILAKgY4uIK6iQl0JEOiCwE9kkucm35O8T7IZX0jDMcn9k9UvG0GAAAECBAgQIECAQP8FVEiAAAECBAgQIECAwEYIWEDcCHVjEhiywHTtP5jDNyX/MvlTyWb8Txpemtwr+QdJQYAAAQIECBAgQIAAAQIECHRBwBwJECBAgACBTgtYQOz07TN5Ap0V+NbM/NeT9TuHT8m2LU5NYy0cVr+bsi8IENhgAcMTIECAAAECBAgQIECAAAEC/RdQIQECBErAAmIpSAIE1lPg6RmsFg5fnO2mZDP+NA33Tz4t+U9JQYAAAQIECOyagLMJECBAgAABAgQIECBAgACB/gvMtEILiDPldDECBJYReGTeuyL5xuT3Jpvx12k4PLnUL7uCAAECBAgQIECAwJAF1E6AAAECBAgQIECAAIGNEbCAuDHuRh2qwDDrrk8T1qcKz0n5P55sxhfTUJ9K3C/b9yYFAQIECBAgQIAAAQIECBDotoDZEyBAgAABAgQ6LmABseM30PQJzLHA92VupyQvT/50shk3p+E3kvU7h9Uvu4LA/AqYGQECBAgQIECAAAECBAgQINB/ARUSIECAwKKABcRFB68ECMxO4JtzqZcm63cOj822Ld6Uxlo4fEm230gKAgQIECCwVgKuS4AAAQIECBAgQIAAAQIECPRfQIUzFrCAOGNQlyMwcIGnpv5rki9L/q9kM96fhgckq98/ZCsIECBAgAABAgQI7EBAMwECBAgQIECAAAECBAhslIAFxI2SH+K4au6zwCNS3GXJ05I/kGzGx9Pw6ORhyY8mBQECBAgQIECAAAECBAj0VUBdBAgQIECAAAECnRewgNj5W6gAAhsqcL+Mflbyz5Jbks34tzQ8K7nUL7uiiwLmTIAAAQIECBAgQIAAAQIECPRfQIUECBAgQGBJwALikoQtAQKrEbhzOv9e8m+Sj0q2xYlprN85PDlbQYAAAQIbI2BUAgQIECBAgAABAgQIECBAoP8CKiQwcwELiDMndUECvRd4YSq8NvlLybZ4axr3Tla/r2YrCBAgQIAAAQIEVi3gBAIECBAgQIAAAQIECBAgsHECFhDXy944BLov8OSUcE3yFcnbJZvxwTQ8MPmkZPXLRhAgQIAAAQIECBAgQGBgAsolQIAAAQIECBAg0AMBC4g9uIlKILDGAg/L9S9N/mGyvpI0m6n4dI4el6x+l2Tbu1AQAQIECBAgQIAAAQIECBAg0H8BFRIgQIAAAQK3ClhAvNXCHgEC0wL3zuG7kh9IPiDZjC+n4fjkjybfmRQECBCYNwHzIUCAAAECBAgQIECAAAECBPovoEICBNZAwALiGqC6JIGOC+yZ+b8h+Ynkzybb4rfSWJ9GfH22ggABAgQIECAwYwGXI0CAAAECBAgQIECAAAECBDZSYH0WEDeyQmMTILAageen87XJZyXb4vQ0bk7+WvLGpCBAgAABAgQIECBAgMCtAvYIECBAgAABAgQIEOiFgAXEXtxGRRDYZYGfzxU+n3xV8tuT47hl50PZPjhZ/f4uW0GAAAECBAgQIECAAAECBAj0SEApBAgQIECAAIFJAQuIkxr2CQxP4NCU/OHk25J3Szbjs2n4ueQhyeqXjSBAoCMCpkmAAAECBAgQIECAAAECBAj0X0CFBAgQWBMBC4hrwuqiBOZe4J6Z4ZnJ85IHJpvxH2l4brL6/Um2ggABAgQIEFg3AQMRIECAAAECBAgQIECAAAEC/ReY7wotIM73/TE7ArMW+M5c8LXJv00+LtkWv5PGvZLVLxtBgAABAgQIECBAgMCKBHQiQIAAAQIECBAgQIBATwQsIPbkRipjbQR6dtVfST3XJp+dbIs/TuO+yecl6xOI2QgCBAgQIECAAAECBAgQINB/ARUSIECAAAECBAhMC1hAnPZwRKCPAk9IUZ9L/lbyfyeb8RdpqN84XOqXQ0Gg8wIKIECAAAECBAgQIECAAAECBPovoEICBAgQWCMBC4hrBOuyBOZA4ODM4cLkGcl9ks3YloajkwclP5QUBAgQIEBgDgRMgQABAgQIECBAgAABAgQIEOi/gArnXcAC4rzfIfMjsHqBWiysRcNaFKzFweYVbkjDryWX+mVXECBAgAABAgQIENhFAacTIECAAAECBAgQIECAQG8ELCD25lbOvhBX7JzAd2TGv52sryutryPN7nZxUlr2StbXmWYjCBAgQIAAAQIECBAgQGDoAuonQIAAAQIECBAg0BSwgNgUcUygmwLPzrSvST4v2RbvTOOPJqvf9dmKfguojgABAgQIECBAgAABAgQIEOi/gAoJECBAgMCaCVhAXDNaFyawLgJHZpS/Tb42+Z3JZlychp9MPi756aQgQIAAgbkWMDkCBAgQIECAAAECBAgQIECg/wIqJDD/AhYQ5/8emSGBNoED03he8k+S90w24+o0PCm51C+7ggABAgQIECBAYM0EXJgAAQIECBAgQIAAAQIECPRIwALiDm6mZgJzKvDDmdfbkh9OHppsxn+l4QXJuyXfmhQECBAgQIAAAQIECBAgsIyAtwgQIECAAAECBAgQ2F7AAuL2JloIzKPAt2dSr0r+XfLnk21xchr3Sla/bAYbCidAgAABAgQIECBAgAABAgT6L6BCAgQIECBAYA0FLCCuIa5LE5iRwC/nOtcmn59si/ek8b7JZyW/lBQECBDoqIBpEyBAgAABAgQIECBAgAABAv0XUCEBAl0QsIDYhbtkjkMV+NkU/snk65N7Jpvx0TT8VLL6fSJbQYAAAQIECBDYGAGjEiBAgAABAgQIECBAgAABAr0SaF1A7FWFiiHQPYGtmfIHku9K/miyGX+fhl9MPiBZ/bIRBAgQIECAAAECBAgQWL2AMwgQIECAAAECBAgQINAmYAGxTUUbgY0RqN8vfHOGviT5sGQzvpGGFyer3x9m2xbaCBAgQIAAAQIECBAgQIAAgf4LqJAAAQIECBAgsKYCFhDXlNfFCaxI4Pbp9YrkNcknJdvi99NYC4fVL7uCAIH+CaiIAAECBAgQIECAAAECBAgQ6L+ACgkQINANAQuI3bhPZtlfgWektGuTL0y2xTlp/PHkLyW/mBQECBAgQIDAvAmYDwECBAgQIECAAAECBAgQINB/gYFVaAFxYDdcuXMj8KjM5G+SJye/J9mMv0rDzySX+mVXECBAgAABAgQIECAwSwHXIkCAAAECBAgQIECAAIF2AQuI7S5auynQhVnvn0m+L3lW8n7JZvxTGo5Nbkn+WVIQIECAAAECBAgQIECAAAEC0wKOCBAgQIAAAQIE1ljAAuIaA7s8gVsEfiDb05IfTR6WbMb/l4aXJ+t3DqtfdgWBIQmolQABAgQIECBAgAABAgQIEOi/gAoJECBAoCsCFhC7cqfMs6sC35KJ18Jg/c7hU7PfFrVgWAuHL8ub/5MUBAgQIECgOwJmSoAAAQIECBAgQIAAAQIECPRfQIWDE7CAOLhbruB1FKivIr0m470k2fZ/a/VVpvWVptXvH9NHECBAgAABAgQIEFg3AQMRIECAAAECBAgQIECAAIEdCbQtauyor/b5FjC7+RH4mUzlr5KnJL8v2Yy/ScOjkj+dvDwpCBAgQIAAAQIECBAgQIDASgX0I0CAAAECBAgQILDmAhYQ15zYAAMS+PHUek7yvcn9ks34lzQ8I7nUL7uCQAlIAgQIECBAgAABAgQIECBAoP8CKiRAgAABAt0RsIDYnXtlpvMrcJdM7feTVyQfmWyLV6SxfufwjdkKAgQIEOiLgDoIECBAgAABAgQIECBAgACB/guokMAABSwgDvCmK3lmAptypRcnr00+LdkWb05jLRxWv69nXxAgQIAAAQIECMyBgCkQIECAAAECBAgQIECAAAECOxboywLijiv0DoG1EfjFXLYWDn89229JNuMDadiafEry75OCAAECBAgQIECAAAECBHZdwBUIECBAgAABAgQIEFgHAQuI64BsiF4J/FSq+WjyD5I/mGzGJ9PwmGT1+8tsxW0K6ECAAAECBAgQIECAAAECBAj0X0CFBAgQIECAQJcELCB26W6Z60YK3DeDvyd5bnL/ZDO+lIZfTt4n+e6kIECAQP8FVEiAAAECBAgQIECAAAECBAj0X0CFBAgMUsAC4iBvu6JXIfDd6Xty8mPJI5Jt8eo01u8c/m62ggABAgQIECAw9wImSIAAAQIECBAgQIAAAQIECPRfYFcqtIC4K3rO7bvAC1Jg/c7hM7Jti7el8YeTJyT/KykIECBAgAABAgQIECCwlgKuTYAAAQIECBAgQIAAgXURsIC4LswG6ZjAL2S+VydfmbxDshnnp+HAZPW7F66eXAAAEABJREFUKttdCKcSIECAAAECBAgQIECAAAEC/RdQIQECBAgQIECgWwIWELt1v8x2bQV+Mpe/OPmW5F2TzfjbNByZfGiy+mUjCBAYrIDCCRAgQIAAAQIECBAgQIAAgf4LqJAAAQIDFbCAONAbr+wpgR/J0TuTf548INmMf0/Ds5PV7x3ZCgIECBAgQKDDAqZOgAABAgQIECBAgAABAgQI9F9AhbsmYAFxZX57p9vPJl+SfHvyw8ltyS8nv5a86Zas/Wqr96pP9a1z6ty6RrqJORL4rszlpOSnko9JtsVvp3GvZPXLRhAgQIAAgbFAPdvrGV/P+nrm17O//gaovwXqbwJ/H4yp7BAgQGAmAi5CgAABAgQIECBAgAABAuskYAGxHfr703xMsj5t9sVs63fu3pXty5NHJ+v37+6e7R7J2yU33ZK1X231XvWpvnVOnVvXqGvVNevaNUZOG3JsaO2/ltGvTR6XbIsz0rhP8leT/5kUBAgQIECgnt31DK9neT3T69lez/h61tczv5799TdA/S1QfxP4+8B/MwQIECBAgACBBQEvBAgQIECAAAECXROwgHjrHbtjdp+ZrE8PfCHbU5OPTd45Oauoa9U169o1Ro1VY9bYsxrDdZYXqH/grU+HvDrddks248I0HJxc6pddQYDAdgIaCAxHoJ7R9ayuZ3Y9u+sZXs/yeqbPSqGuVdesa9cYNVaNWWPPagzXIUCAAAECBAgQIECAwOoFnEGAAAECgxWwgDga7Ze7/6bk9cnfTdanB7JZl6ixaswau+ZQc1mXgQc4yCGp+S+S9RVz9emQ7E7F53L0hORDkhclBQECBAgMW6CeyfVsrmd0Pavrmb1eIjVWjVlj1xxqLjMb24UIECBAgAABAgQIECBAgACB/guokMCuCgx5AXFr8M5O/lXyKcn6mrFsto/ddtttdNBBB42OP/740SmnnDI677zzRp/5zGdGX/rSl0Zf/epXRzfddNNC1n611XvVp/rWOXVuXWP7K49bauyaQ82l5nTA+B07uyqwby7wx8nzkw9KNuP/puFXkkv9sisIECBAYMAC/j4Y8M1XOoE5FzA9AgQIECBAgAABAgQIECCwbgJDXEDcO7qnJy9JHp5sja1bt45e8YpXjC677LLRDTfcMLrwwgtHr3vd60bHHnvs6NBDDx3tu+++oz333HN0+9vffrRp06aFrP1qq/eqT/Wtc+rcukZdq65Z1x6NWoetxsPzcnGy5lhzza7YCYE75pzfSX4m+fhkW7w2jXslX5MUBAgQIDBsgXrm1rPX3wfD/u9A9QQIECBAYA0EXJIAAQIECBAgQIBA9wSGtoD4/NyizyePSm4XmzdvXlg0vOqqq0aXXHLJ6IUvfOFoy5Yt2/Xb2Ya6Vl2zrl1j1GJijbmD69Uca6415x100bwDgeem/Zrkc5JtcWYa75Wsfl/JVhBYnYDeBAj0TaCetfXMrWfvdrXVs7qe2fXsrmd4Pcvrmb5dx51sqGvVNevaNUaNVWPu4HI1x5przXkHXTQTIECAAAECBAgQIDATARchQIAAAQIDFhjKAuJ9co8/nHxVclNyKuorRt/znveMrrzyyoVFw733rg8hTHWZ+UGNUf9YWGPW2DWHlkFqrjXnD+e9qiEbsYzAz+W9zybrE4X/J9tmlOOhaaxPJNYnE7MrCBAgQGBIAo1a69laz4Z61tYzd+rtejbXM7qe1fXMrmf3VIc1OKgxaqwas8auObQMU3OtOdfcq4aWLpoIECBAgAABAgQIECBAgMBwBVROgMCuCwxhAfGYMH0seWByKuqrRN/3vvctfD3pEUccMfXeeh7U2PU1pzWXmlPL2DX3qqFqaXl78E0PjsAFyT9K3iPZjPqkxhPTuNQvu4IAAQIEBi5Qz9R6ttYzdoqinsX1TK5ncz2jp95cx4Mau+ZQc6k5tQxdc68aqpaWtzUR6JWAYggQIECAAAECBAgQIECAAIF1FNigBcR1q/CkjHRqsv6X+tksxh577DE69dRTF76m9LDDDltsnIPXmkt9fVnNrebYmFLVULVUTY23Bnu4OZXX71VdlO1Dks24MQ31FW93z/btSUGAAAECBEqgnqX1TK1nax0vZD176xlcz+J6Ji80zsFLzaXmVHOrOTamVDVULVVT4y2HBAgQIEBgHgTMgQABAgQIECBAgACBLgr0dQHxW3Izzk4el5yKo446avS5z31udMwx8/s/1q+51RxrrlOTXzyomqq2qnGxZXivu6fk30xemazfgspmu3hDWvZKVr9sxMwEXIgAAQLdFahnZz1D61k6VUU9c+vZW8/gqTfm6KDmVnOsubZMq2qq2qrGlrc1ESBAgAABAgQIEFilgO4ECBAgQIDAoAX6uID4nbmj9XWWh2c7FfW/3D/99NNHe+6551T7PB7UHGuuNeeW+VVtVWPV2vJ2r5uOT3XXJn812RbvSuO9k/UPqV/OVhAgQIDALQID39Qzs56d9QydoqhnbT1z69k79cYcHtQca64155bpVW1VY9Xa8rYmAgQIECBAgAABAgQIEBiCgBoJECAwC4G+LSDWP5idG5j6TaBsFmPz5s2jyy67bK4/dbg40+1f69MGNfeqofFu1Vi1Vs2Nt3p5+NhU9enk65J7JJtxaRoelqx+n8pWECBAgACBJYF6VtYzs56dS22jerbWM7aetePGjuzUnGvuVUNjylVj1Vo1N95y2GEBUydAgAABAgQIECBAgAABAgT6LzBXFfZpAbG+squ+umv/SeGDDz54dPHFF4+2bNky2dyp/Zp71VC1NCZetVbNVXvjrd4cPjCVfDD5juS9ks24Jg1PTh6QrH7ZCAIECBAgMBaoZ2Q9K+uZOW6sZ2o9W+sZO27s2E7NvWqoWhpTr1qr5qq98ZZDAgQIEFhfAaMRIECAAAECBAgQIECgmwJ9WkB8Z25B/a/us1mMRz7ykaMLLrigE19ZujjjHb/WV5ZVLVVTo1fVXLU3mjt/uHcqeGvyI8mHJpvxtTS8MFn93pLt+oRRCBAgQKBrAvWMrGfleN71LK1naj1bx40d3akaqpaqqVFC1Vy1N5odEiBAgAABAgQIrEhAJwIECBAgQIDAwAX6soB4Uu5j/e5PNotR/5B2zjnnjDZt2rTY0IPXTZs2jaqmqq1RTtVeBo3mTh5+W2Z9YvKq5BOTbfF7adwrWf2yEQQIELhtAT0GKVDPxnpGjouvZ2g9Szdt8vfBGMUOAQIECBAgQIAAAQIEeiSgFAIECBCYjUAfFhCPCcVxyXHUV3mdfXZ9c9e4qVc7VVvV2CiqDMqi0dypw2dlttcmT0i2xVlpvF/ymcl/TQoCBAgQILAjgXom1rNx/H49O+sZOm7o2U7VVjU2yiqDsmg0d+rQZAkQIECAAAECBAgQIECAAIH+C6hwzgS6voB4n3iekhzH5s2bR2eeeWavPnk4Lu6WnU2bNi3UWLXe0rS0KYsyWTruyvbRmejHk29I3inZjMvS8IjkUr/sCgIECBAgsEOBehbWM3HcoZ6Z/j4Yc9ghQIDAOgkYhgABAgQIECBAgAABAgS6KtD1BcTXB37qO8je9ra39eI3D1PXslG/eVS1NjqVRZk0mmd0OPvLPCCXfH/y3cn6x95spuILOXpq8ieS5yYFAQIECBBYiUA9C+uZOO5bz8x6do4berpTNVatjfLKokwazQ4JECBAgAABAjsQ0EyAAAECBAgQIDB4gS4vID4/d+/A5DhOPfXU0ZYtW8bHfd+pWqvmRp1lUjaN5rk6/KHM5k3JS5MPTzbjv9Pw0mT9zmH1y64gQGBXBJxLYEAC9QysZ+G45HpW1jNz3NDznaq1am6UWSZl02h2SIAAAQIECBAgQIBAnwTUQoAAAQIEZiXQ1QXEvQNwYnIcRx111OiYY4b3Ez9Vc9U+hljcKZsyWjyan9fbZSq/kazfOXxKtm1RXzlXC4e/njdvSgoCBAgQILBSgXr21TNw3L+ekfWsHDd0b2enZlw1V+2Nk8umjBrNDgkQIECAAAECBAgQIECAAIENFjA8gbkT6OoC4ssiWV/Hlc1otMcee4xe+9rXLuwP8aVqL4OJ2sumjCaaNnz36ZnBNckXJdviT9N4/2T1++dsBQECBAgQWK1APfvqGbhwXj0b6xm5cDDAl6q9DCZKL5symmiyS4DA2gm4MgECBAgQIECAAAECBAgQ6K5AFxcQDwj3UclxnHjiiWv/u4fj0eZvp37vqAwaMyujrY22jTg8PIP+dfKNye9NNuOKNDzylqz97AoCBAgQILBqAX8fNMjm/O+DxmwdEiBAgACBORIwFQIECBAgQIAAAQIERl1cQHzu5H3bunXrIL+6dNKg9uurysqi9ifyeRP7671bnyasTxWenYF/LNmM+pRhfdpwqV/zfccEZibgQgQIzEyg7f8/n9nFd/FC/j5oAZzDvw9aZqmJAAECBAgQIECAwGwEXIUAAQIECBCYnUDXFhD3S+n1ibZsFuOEE05Y3PE6arEoqzJbT53vz2CnJi9P/nSyGfW7hvX7hvU7h/V7h833HRMgQIDA/AocnKldmjw0uR6x0jHqWVfPvHH/lmfi+L2h7bRYlFWZDY1CvQQIECBAgAABAgQIECAwnwJmRYDAHAp0bQHx2EnDgw46aHTYYYdNNg16vyzKpIEwZdZ4b5aH35yLvTR5bfKYZFu8KY21cFj9/jv7ggABAgS6JXBypnv35HnJeVpInHrW1bOwnomZo4hAWZRJdidjymzyDfsEZiPgKgQIECBAgAABAgQIECBAgECXBVa2gDgfFd4x03hychzPfOYzx/t2FgVaTMqs7BY7rM1rLRjWwuHLcvlaSMxmKs7N0U8kn5r8QlIQIECAQDcFvpppvyZZ8YC81ELiJdkektyoqGdcPevG47c8C8fvDXWnxaTMym6oJOomQIAAgR0JaCdAgAABAgQIECBAgEAEurSA+ITMd1NyITZv3jw64ogjFva93CpQJmVza8uozMpuomlmu4/IleqrSusrS+urS3M4FR/P0aOT1e+ybMUGCBiSAAECMxZ4Q673H8ml2Jqd85MbtZBYz7h61mUKo1E9A+tZuHDgZSxQJmUzbhit6d8HI/+PAAECBAgQIEBg/QWMSIAAAQIECBCYpUCXFhAfM1n40UcfPXlof0KgxWbKbqLrzu7+WE48O/lnyfsnm/GvaaiPh94v27OSggABAgRWLzCvZ9SnEH+rZXJLC4kX572HJNcrpp5xLc/A9ZrH3I/TYjNlN/cFmCABAgQIECBAgAABAgT6KaAqAgQIzKVAVxYQ69NtB04KHnnkkZOH9icEWmzKrgwneu3U7p1z1huTf508PNkWJ6axfufw97IVBAgQINBPgd9NWdcn2+KANF6QXI+FxHq21TMuwy1GyzNw8Q2voxabsitDOjMXcEECBAgQIECAAAECBAgQIECg/wL9rrArC4gPn7wNW7duHe29996TTfYnBMqmjCaaavm/S4UAABAASURBVHfKsBpWmS9K//qdw6dn2xZvSWPdlBdm+7WkIECAAIH+CtyY0l6XXC4mFxIPXq7jLrw39WyrZ189A3fher0+tWzKqFHklGHjPYcECBAYnoCKCRAgQIAAAQIECBAgQGBBoCsLiFNfhfbwh/u3roW7t8xLi9GU4TKnNt96chpq4fA3sr1dshkfTEP9I3H1uyb7cxUmQ4AAAQJrJvD6XHnytxBz2Br1jPhQ3vlIctYLiVPPtpZnX4YUkwItRlOGk33tEyBAgAABAgS6JGCuBAgQIECAAAECsxXoygLiAyfLPuSQQyYP7bcItBhNGbac0myqVdpL0/iHyR9KNuNTaXhs8mHJ6peNIECAwMwEXGj+BepTiL+zimnWc6gWEuurTWf1IK9rjqfQ8uwbv2dnUaDFaMpwsZdXAgQIECBAgAABAgQIrJuAgQgQIEBgTgW6sIBYX4tZv723QLjbbruNtmzZsrDvZccCZVRWEz3KsCwnmlp3753Wdyffn3xAshlfTsNxyer3rmwFAQIECAxX4KSUvpJPIabbOOoTiefn6MPJg5I7G/VMq2fbwvn1zKtn38KBlx0KlFFZTXQow7KcaNrVXecTIECAAAECBAgQIECAAAEC/RdQYd8FurCAeN/Jm7DffvtNHtpfRqDFasqyceqdcvyG5CeSj062xW+mca9k9ctGECBAgMDABepTiLf1W4g7Ijowb1yY3NmFxKlnWsszL5cWbQItVlOWbedoI0BgIALKJECAAAECBAgQIECAAAECtwh0YQFx31vmurC5973rg28Lu15uQ6DFaspy4vQTsn9t8lnJtnh7Gu+efH6y/rE4G0GAAAECBBYEXpvXXXk2LC0k/kWu8+DkSmPqmdbyzFvpdQbXr8VqynJwIAomQIAAAQI9EFACAQIECBAgQIAAgVkLdGEB8W6TRe+zzz6Th/aXEWixmrLMqU9Mfj55YvLbks24IA31j7lL/XIoCBBYBwFDEOiSQC0e1iLirs75QbnARcmVLiROPdNannm5lGgTaLGasmw7RxsBAgQIECBAgAABAmsi4KIECBAgQGBuBbqwgPiDk3p3vetdJw/tLyPQYrVk+dCc9pHkW5Nt/2j4mbQ/Pnlosr5aLhtBgAABAgR2KFBfY1oLiTvssIo3lhYSL8459XuJ2bTG0jNt4c2WZ95C+/q/zP+ILVZTlvNfgRkSIECAAAECBAgQIECAAIGNFjA+gf4LdGEB8Xsmb8Nd7nKXyUP7ywi0WNU/EJ6ZUz6YfGCyGV9Jw3OT90pWv2wEAQIECBC4TYH/SI+TkrOMWjysRcT6VGLtN6/t74OmyAqPW/4+mLJc4WV0I9A/ARURIECAAAECBAgQIECAAAECY4EuLCDuMZ5tdvbcc8+83nboMRq1WNUC4uN2YPOatO+VnMXX0OUyggABAgQGJvA7qXdWn0LMpcZRX6XdtpDo74Mx0ep2Wv4+mLJc3dX0JkCAAAECGy9gBgQIECBAgAABAgQIzF6gCwuIu02Wvfvuu08e2l9GYJVWz8ul6hMkN2crRyMGG2fAnr3/Brr530B9in3qmZ3nySxjaSHxQ7lofSJxaqxVPvNyieFGi9WU5XBlVE6AAAECBAgQILDOAoYjQIAAAQIE5ligCwuI3zrpd7vb3W7y0P4yAqyWwfEWAQIECKyBwLpc8uCMUp9InPqDwDMvKiuMFqupv7VWeBndCBAgQIAAAQIECBAgQGCwAgonQGAIAl1YQBzCfVAjAQIECBAgQIAAgY0TMDIBAgQIECBAgAABAgQIECDQf4FVVNiFBcRvTNbz9a9/ffLQ/jICrJbB8RYBAgQIdFXg3Ez8/smpPwg88yKywmixmvpba4WX0Y0AAQIE5kTANAgQIECAAAECBAgQILAWAl1YQLxxsvAbbrhh8tD+MgItVten+yY5mmcDcxu5P6MRg9GIwWjUOYM7jkajqWd2jmcZ78/F9ks+InlFcmqslmdeuog2gRarKcu2c7QRIECAAAECBAjMXMAFCRAgQIAAAQJzLdCFBcRa9BojXnfddeN9O8sLtFhNWS5/tncJECBAYHUCg+/97Ajslpx1fCAXrIXDw7L96+RSTD3TWp55S/1sGwItVlOWje4OCRAgQIAAAQIECBAgQGBKwAEBAgSGIdCFBcR/nbwV//zP/zx5aH8ZgRarKctlTvUWAQIECBBYjcD/SefnJGcZf56L1cLhT2U7uXCYw4WYeqa1PPMWOnnZXqDFaspy+zMG0KJEAgQIECBAgAABAgQIECBAoP8CKlyVQBcWEP9hsqJrrrlm8tD+MgItVlOWy5zqLQIECBAgsBqB49J5Vp8+/GCu9RPJhyfbFg7TvBBTz7SWZ95CJy/bC7RYTVluf4YWAgQIzK+AmREgQIAAAQIECBAgQIDA2gh0YQHxqsnSr7zyyslD+8sItFhNWS5z6ka9ZVwCBAgQ6J5ALRweP4Npn5dr1MLhw7K9LHlbMfVMa3nm3db5g32/xWrKcrAwCidAgAABAgTWU8BYBAgQIECAAAECcy7QhQXEz04afvKTn5w8tL+MQIvVlOUyp3qLAAECqxTQfcAC9dWl9RWmO0twfk6shcOfzHYlC4fpthBTz7SWZ95CJy/bC7RYTVluf4YWAgQIECBAgAABAgQILAnYEiBAgMBQBLqwgPjxyZtxxRVXTB7aX0agxWrKcplTvUWAAAECBFYiUJ8+fPZKOrb0uSBttXD40GxXs3CY7gsx9UxreeYtdPKyvcB2VqPRlOX2Z2ghQIAAAQIECBAgQIAAAQIEOi+gAAKrFOjCAuLVqelfkgtx4403ji6//PKFfS87FiijsproUYZlOdFklwABAgQI7JJAfXXpaj99+KGM+MDkocmdWTjMaQtRz7R6ti0c1DOvnn0LB152KFBGZTXRoQzLcqLJLgECXREwTwIECBAgQIAAAQIECBAgsFYCXVhArNovrpelvOCC+tDC0lFvtjMtpMVoynCmg7kYAQIECAxRoD59+NxVFH5h+tbC4SHZXpKcRUw921qefbMYo1fXaDGaMuxVsYohQIAAAQLzK2BmBAgQIECAAAECBOZeoCsLiPVphTHmBz7wgfG+nXaBFqMpw/aztBIgsHMCziIwSIFfTtUr+fThRelXC4cPyXZWC4e51EJMPdtann0LnbzcKtBiNGV4a097BAgQIECAAAECBAhsL6CFAAECBAgMR6ArC4hTK4aXXnrp6OqrfdvWjv4zLZsyarw/Zdh4zyEBAgQIEFiNQH368Dm3cUItTB2YPgcnZ71wmEsuxNSzrZ599QxceGelLwPqVzZl1Ch5yrDxnkMCBAgQIECAAAECBAgQINAPAVUQILBqga4sIP5jKvtIchxnnnnmeN/OtECLTdmV4XRHRwQIECBAYOcEnpXT9ki2RS0W1icO66tK1/rrMevZVs+48TxanoHj94a+02JTdmU4dBr1d1TAtAkQIECAAAECBAgQIECAAIG1E5iXBcSVVPiuyU6nn3765KH9CYEWmym7ia52CRAgQIDAagW+PSe0/fZhLRbW15TW4mEtIqbbusTUM67lGbguk+jCIC02U3ZdqMEcCRAgQKAXAoogQIAAAQIECBAgQKADAl1aQPyjeN6cXIht27aNzjrrrIV9L7cKlEnZ3NoyKrOym2iyS2CWAq5FgMDABJ6Zeic/fVgLh/U1pfV1pRfmvfWOesbVs25h3HoG1rNw4cDLWKBMymbcMPL3wYSFXQIECBAgQIAAgRUJ6ESAAAECBAgMSaBLC4hfyY15c3IcJ5988njfzqJAi0mZld1iB68ECBAgQGBJYPXbO+SU5yUr6lOG9YnDWji8qBo2KOsZV8+68fAtz8Lxe0PdaTEps7IbKom6CRAgQIAAAQIECBAgMBwBlRIgQGAnBLq0gFjlnVovS3nRRReNzj333KXDwW/LokwaEFNmjfccEiBAgACB1QjUpw+35YT6fcP6qtKN+MRhht8upp519SysZ+J2vQbaUBZl0ih/yqzxnsMOCJgiAQIECBAgQIAAAQIECBAg0H+BjaywawuIVwTrnOQ4XvWqV433h77TYlFWZTZ0GvUTIECAwGwELshlDkh+KDlPUc+6euaN59TyTBy/N7SdFouyKrOhUaiXAAEC8yBgDgQIECBAgAABAgQIEOiEQNcWEAv1NfWylJdeeunotNNOWzoc7LYMyqIB8DuNY4czF3BBAgQIDErg43Ncrb8PWm6Ovw9aUDQRIECAAAECBHZKwEkECBAgQIAAgWEJdHEB8dLcojOS43jBC14wuu6668bHQ9up2sugUXcZ1e9TNZodEiBAgMCCgJe+Cfj7oHFH/X3QAHFIgAABAgQIECBAgMAwBVRNgAABAjsl0MUFxCr0ZXm5ObkQ119//eg5z3nOwv4QX6r2MpiovWzKaKLJLgECBAgQ6L1APfvqGbhQaD0b6xm5cDDAl6q9DCZKL5symmjq5q5ZEyBAgAABAgQIECBAgAABAv0XUOHGCnR1AfHqsL0gOY4zzjhjkF9lWl9NVrWPIRZ3yqaMFo+8EiBAgACBYQjUs6+egeNq6xlZz8pxw0B2quaqvVFu2ZRRo9khAQIE1k3AQAQIECBAgAABAgQIECDQEYGuLiAW76vz8pHkOI499tjR5ZdfPj7u+07VWjU36iyTsmk0r8WhaxIgQIAAgbkTqGdgPQvHE6tnZT0zxw0936laq+ZGmWVSNo1mhwQIECBAgACBlQjoQ4AAAQIECBAgMDSBLi8g1r06Li/1dVzZLMYTn/jEQfweYv2uUdW6WPX4tSzKZNxghwABAq0CGgn0W6CehfVMHFdZz8x6do4berpTNVatjfLKokwazQ4JECBAgAABAgQIEOi9gAIJECBAgMBOCnR9AfETqftpyXFs27ZtdOSRR45uvrn+rWzc3Kudqq1qrFobhZVFmTSaHRIgQIAAgUEJ1LOwnonjouuZWc/OeoaOGzu6s6NpV21VY9Xa6FMWZdJodkiAAAECBAgQIECAAAECBAjMq4B5Edhoga4vIJbfaXl5fXIcF1544ehRj3rU+LhvO1Vb1dioqwzKotHskAABAgQIDFKgnon1bBwXX8/OeoaOG3q2U7VVjY2yyqAsGs0OCRDYAAFDEiBAgAABAgQIECBAgACBzgj0YQGxsI/PyznJcbz3ve8dHX744Wv4ScTxUOu2U58sqJqqtsag5+e4DLIRBAgQIECAwC0C9Wwc8t8HVXsZ3MJhQ4AAAQIECOycgLMIECBAgAABAgQIDE+gLwuIdecem5ePJMdRC22HHHJIL34TsX7TqGqpmsYF3rpzUHaflxQECKxEQB8CBIYkMNS/D+pvoqp9SPdarQQIECBAgAABAgSmBRwRIECAAAECOy3QpwXE/45CfW/pZdmOo77K64EPfODo8ssvH7d1bafmXjVULTuY+/9K+28n/zL5oKQgQIAAAQK9FNiJoob490H9LVR/E1XtO0EmhlrDAAAQAElEQVTmFAIECBAgQIAAAQIECBAgsLECRidAYOMF+rSAWJr/npfDkvW/us9mMbZt2zbaf//9R6ed1r2fAKo519yrhsVqxq9fGe/duvMT2f2LZP3e0bdlKwgQIECAAIHRaEh/H9TfQPW3UNXs3hOYJwFzIUCAAAECBAgQIECAAAECBDoksJMLiHNdYf2D2SGZYf3uTza3xrHHHjs6+uijO/GVpvWVpTXXmvOtFYz3qrbvztEvJf9vshm/nIZtyaOSggABAgQIEFhcRBzC3wdVY/0t5J4TIECAAIEZCbgMAQIECBAgQIAAAQJDFOjjAmLdx/rKrvrqrvokXh2P84wzzhjd4x73mOtPI9anDmuONdfxxG/dqZqqtqrx99O8OfmWZDO+Lw2nJ89KVp9sBIHRaASBAAECwxWoZ2c9Q+tZOqVQz9x69tYzeOqNOTqoudUca64t06qaqraqseVtTQQIECBAgAABAoMTUDABAgQIECBAYBcE+rqAuERyfHaOTd6cHMf1118/qk/2HXDAAaNzzz133L7ROzWXmlPNrebYmE/VULVUTZNv/VsOnpz86eTfJptR/5h4ZRqfnxQECBAg0GEBU5+ZQD1L65laz9bxRevZW8/gehbXM3n8xgbv1FxqTjW3mmNjOlVD1VI1Nd5ySIAAAQIECBAgQIAAAQJdFDBnAgQIzINA3xcQy7h++PB+2anfBMrm1rj00ktHj3jEI0YHH3zw6Kyz6oN6t763nns1ds2h5lJzahm75l41VC0tby80vS+vP5L89WRbvCqNf5V8SFIQIECAAIGhC9QztZ6t9YydsqhncT2T69lcz+ipN9fxoMauOdRcak4tQ9fcq4aqpeVtTXMkYCoECBAgQIAAAQIECBAgQIBA/wV6VeEQFhDrhn0iLw9KnpCs/6V+NrfGRRddNHr0ox892meffUavfOUrR1dfffWtb67RXo1RY9WYNXbNoWWommvNueZeNbR02a7ppWm5T/IDyWbsl4YLkr+X/N9JQYAAAQIEhixQz9Z6xtaztp65Uxb1bK5ndD2r65ldz+6pDmtwUGPUWDVmjV1zaBmm5lpzrrlXDS1dNBEgQIDAbARchQABAgQIECBAgAABAsMUGMoC4tLdfXV2fjh5RnK72LZt2+hFL3rR6G53u9uoviqs/gHv8ssv367fzjbUteqade0ao8aqMXdwvZpjzbXmvIMuO2z+ZN75qeRTk19ONuOX0rAt+QvJYYVqCRAgQIDA9gL1rK1nbj17t3u3ntX1zK5ndz3D61lez/TtOu5kQ12rrlnXrjFqrBpzB5erOdZca8476KKZAAECBAgQIEBghIAAAQIECBAgQGCXBIa2gFhY9fHCo7PzwOQ5ydaorwqrf8Dbf//9R7vvvvvC15w++9nPHp166qmj888/f/TZz352dN11142+9rWvjW6++eaFrP1qq/eqT/Wtc+rrx+oada26Zl27ddDFxprTAdmtOdZcs7vT8aacuU+y7avNviftb0n+afKeSUGAAIG5FjA5AmssUM/cevY+MOPUszib7aOe4fUsr2d6PdvrGV/P+nrm17O//gaovwXqb4I5/vtg+8K0ECBAgAABAgQIECBAYE4ETIMAAQIE5kNgiAuIS/KXZOdRyfsn/zBZXweWzfZx4403juorxE466aTR0572tNFDH/rQ0T3vec/Rne50p9Ed7nCH0Td90zctZO1XW71XfapvnVPn1jW2v/K4pcauOdRcak6Xjt/Z9Z3rc4ljkw9PfiLZjJ9Ow98mX5wUBAgQIEBg6AJD+ftgPe+zsQgQIECAAAECBAgQIECAAIH+C6xVhXvnwj+bfEny7ckPJ+sbFuvbF7+W/Ztuydqvtnqv+lTfOqfOrWukm1iNwJAXEJecrsjOLyb3SD4r+ZHkekWNVWPW2DWHmstajf3nufB9k/V/MNlsF7+elo8nH5YUBAgQIEBg6AL1TK5ncz2j61ldz+z1Mqmxaswau+ZQc1mvsY1DgACBCQG7BAgQIECAAAECBAgQWHeB78+IxyTfkfxi8qrku5IvT9a3Rx2Y7d2T9e8mt8t20y1Z+9VW71Wf6lvn1Ll1jbpWXbOuXWPkNLGcgAXEW3W+kt2Tkw9K/kCyPrX3zmz/JTmrqGvVNevaNUaNVWPW2LMaY8fXWXznN7K5V/LPks24Txo+kDw1+Z1JQYAAAQIEhi5Qz+h6Vtczu57d9QyvZ3k902dlU9eqa9a1a4waq8assWc1husQIECAAAECQxJQKwECBAgQIECgWwJ3zHSfmaxPDn4h21qjeGy2d07OKupadc26do1RY9WYNfasxujVdSwgtt/Of0xz/W7g47L93uTdko9JvjR5erI+GfB32dbXg3492/oK0srar7Z6r/pU3zqnzq1r1LXqmnXtGiOnbkh8JqP+TPJJyX9NNqNW4OtjvvWph+Z7jgkQ2AABQxIgMBcC9eyuZ3g9y+uZXs/2esbXs76e+fXsr78B6m+B+pug/jaorP1qq/eqT/Wtc+rcukZdq65Z164x5qJYkyBAgAABAgQIECBAYP0FjEiAAIGBCeyXet+UrH83+d1s65OD2axL1Fg1Zo1dc6i5rMvAXRnEAuLK7tTV6fbuZH3N589nW58M2JztdyVvnyzHytqvtnqv+lTfOqfOrWuk61zFWzObmusbs21G1fEHaXx/8t5JQYAAAQIECEwL1LO9nvH1rK9nfj3767laz9D6m6D+Nqis/Wqr96pP9a1z6ty6xvRVHREgQIAAAQIECBAgQIAAAQJdEzDf1QlsTfezk3+VfEqyvoY0m+1jt912Gx100EGj448/fnTKKaeMzjvvvNFnPvOZ0Ze+9KXRV7/61dFNN920kLVfbfVe9am+dU6dW9fY/srjlhq75lBzqTkdMH5n4Dv1j1oDJxh8+f8ZgWckD0m2/cbSw9P+ieTLk4IAAQIECBAgQIDAQASUSYAAAQIECBAgQIAAAQIzFtg716tvZrok28OTrbF169bRK17xitFll102uuGGG0YXXnjh6HWve93o2GOPHR166KGjfffdd7TnnnuObn/72482bdq0kLVfbfVe9am+dU6dW9eoa9U169qtgy42Hp7NxcmaY801u8ON4SwgDvcer7TyD6Xj/ZMvSLbFS9L46eQjkoIAAQIECBAgQIAAAQIECMyngFkRIECAAAECBAjMo8DzM6nPJ49KbhebN29eWDS86qqrRpdccsnohS984WjLli3b9dvZhrpWXbOuXWPUYmKNuYPr1RxrrjXnHXTpf7MFxP7f49VW+KqcsE+yPqqbzVTcK0d/lnxz8ruTgsC6CBiEAAECBAgQIECAAAECBAgQ6L+ACgkQIECglwL3SVUfTtbaw6Zsp6K+YvQ973nP6Morr1xYNNx777X/4F+NUYuJNWaNXXOYmtTiQc215vzhHFYN2QwrLCAO636vtNpt6XhE8ujkPyWb8aQ0VJ+nZysIECBAgMCOBLQTIECAAAECBAgQIECAAAEC/RdQIYEdCRyTNz6WPDA5FfVVou973/sWvp70iCNqOWLq7XU7qLHra05rLjWnloFr7lVD1dLydn+bLCD2997OorIzcpHNyTckm/EdaXhj8rzkjyUFAQIECBAgQIBAbwQUQoAAAQIECBAgQIAAAQIEdkngpJx9arI+yZfNYuyxxx6jU089deFrSg877LDFxjl4rbnU15vW3GqOjSlVDVVL1dR4q+uHO56/BcQd23hnUeC/sjku+eDkR5PNODQNf518ZVIQIECAAAECBAgQIECAwEYKGJsAAQIECBAgQIDAxgp8S4avn0irdYXs3hpHHXXU6HOf+9zomGPm98N8NbeaY8311pmP96qmqq1qHDf2dccCYl/v7Ozrqu/5fUAu+yvJ/0k24wVp+Fzy8KSYoYBLESBAgAABAgQIECBAgAABAv0XUCEBAgQIEOiBwHemhguS260T1Cf7Tj/99NGee+6Zt+c7ao4115pzy0yrtqqxam15uz9NFhD7cy/Xq5LXZKD6WtN3ZtuMfdJQq+9vz/YuSUGAAIEhC6idAAECBAgQIECAAAECBAgQ6L+ACgkQWBSoBbVzs1u/GZjNYmzevHl02WWXzfWnDhdnuv1rfRqx5l41NN6tGqvWqrnxVn8OLSD2516uZyXXZLDHJR+f/PtkM45Ow7bks5KCAAECBAgQINAxAdMlQIAAAQIECBAgQIAAAQIEViFQX+lZHy7af/Kcgw8+eHTxxRePtmzZMtk8R/u3PZWae9VQtTR6V61Vc9XeeKsfhxYQ+3EfN6qKMzNwfRrxtdk249vT8IbkRcn6P6RsBAECBAgQIECAAAECBNZQwKUJECBAgAABAgQIENgIgfrGwvpU3njsRz7ykaMLLrigE19ZOp70DnbqK02rlqqp0aVqrtobzf04tIDYj/u4kVV8I4M/N3lA8uJkMx6cho8mfzO56v/eco4gQIAAAQIECBAgQIAAAQIEei6gPAIECBAgQKCzAidl5vW7gNksRi20nXPOOaNNmzYtNvTgddOmTaOqqWprlFO1l0GjufuHFnS6fw/npYJLM5FabX92tl9LNuNX01Bfa/qz2QoCBPovoEICBAgQIECAAAECBAgQIECg/wIqJEBg2ALHpPzjkuOor/o8++z6Zs9xU692qraqsVFUGZRFo7nbhxYQu33/5nH2tdJeX2v6xy2Tu1va3pWs934wW0GAAAECBAjMnYAJESBAgAABAgQIECBAgAABAv0X2OUK75MrnJIcx+bNm0dnnnlmrz55OC7ulp1NmzYt1Fi13tK0tCmLMlk67vzWAmLnb+FcFvCFzOoJyfq04eezbcbj01CfRqxPK2ZXECBAgAABAgQIECCwywIuQIAAAQIECBAgQIAAgfUTeH2GmvqO0re97W29+M3D1LVs1G8iVq2NTmVRJo3m7h5aQJzje9eDqb0nNeyT/M1kM26XhtcmL04ekBQECBAgQIAAAQIECBAgQGCQAoomQIAAAQIECHRM4PmZb/2kWTaLceqpp462bNmyeDCA16q1am6UWiZl02ju5qEFxG7ety7N+qZMtv4PZv9sL0o2oxYPaxGxFhNrUbH5vmMCXRQwZwIECBAgQIAAAQIECBAgQKD/AiokQIDAEAX2TtEnJsdx1FFHjY45pnc/ATiub0c7VXPV3ni/bMqo0dy9QwuI3btnXZ3x5Zn4wclnJW9MNqO+zrS+1rS+3rT5nmMCBAgQILBOAoYhQIAAAQIECBAgQIAAAQIE+i+gwl0QeFnOra/rzGY02mOPPUavfW19PmjhcHAvVXsZTBReNmU00dTNXQuI3bxvXZ71yZn85uTbk834wTT8cfKdyV6s0KcOQYAAAQIECBAgsB4CxiBAgAABAgQIECBAgACBtRaobxQ8anKQE088cRC/ezhZ8+R+/R5iGUy2Zb+Mtmbb6ZjbBcROq5r8bQl8MR2emDw8+blkMx6Thvo04q9kKwgQIECAABd+SAAAEABJREFUAAECBAgQIECgxwJKI0CAAAECBAgQ6IzAcydnunXr1kF+demkQe3XV5mWRe1P5PMm9ju5awGxk7etN5N+byrZN/nKZDO+OQ2/lfxo8sFJ0R0BMyVAgAABAgQIECBAgAABAgT6L6BCAgQIEBiWwH4ptz4UlM1inHDCCYs7XkctFmVVZp3VsYDY2VvXq4m/KNX8WPK8ZDP2T8NFyTckvz0pCBAgQGDNBFyYAAECBAgQIECAAAECBAgQ6L+ACgnslMCxk2cddNBBo8MOO2yyadD7ZVEmDYQps8Z7c39oAXHub9FgJvixVPqTyacn/yPZjGelob7W9OhsBQECBAgQIECAwKSAfQIECBAgQIAAAQIECBAgsHYCd8yln5wcxzOf+czxvp1FgRaTMiu7xQ6zeF3Ha1hAXEdsQ61I4JT02px8c7IZd0nD25NnJ/dJCgIECBAgQIAAAQIECHRawOQJECBAgAABAgQIdEDgCZnjpuRCbN68eXTEEUcs7Hu5VaBMyubWllGZld1EU3d2LSB2514NaaZfSrFPST4i+elkM+q7gz+Xxnn8guVMSxAgQIAAAQIECBAgQIAAAQI9F1AeAQIECBAYksBjJos9+mhfFDjpMbnfYjNlN9l33vctIM77HRr2/M5N+T+afHmyLU5M4xXJQ5KCAAECuyjgdAIECBAgQIAAAQIECBAgQKD/AiokQGCVAt+f/gcmx3HkkUeO9+1MC7TYlF0ZTnfswJEFxA7cJFMcvWw0Gt07+f5kM348Decn35j8jqQgQIAAAQIEhiagXgIECBAgQIAAAQIECBAgQGCtBB4+eeGtW7eO9t5778mm9dvvwEhlU0aNqU4ZNt6b20MLiHN7a0ysIfCpHB+W/MXkdclmPD0N25JPSgoCBAgQIECAAAECBDogYIoECBAgQIAAAQIECMy9wEMmZ/jwh3dyLWyyhDXfbzGaMlzzCcxoAAuIM4J0mQWB9Xj5wwyyT/LUZDO+Ow1vTv5Z8l5JQYAAAQIECBAgQIAAAQIECMxewBUJECBAgACB4Qg8cLLUQw7xi2KTHm37LUZThm3nzGObBcR5vCvmdFsC/54OT0s+LPnxZDMekYZPJ1+SFAQIrEhAJwIECBAgQIAAAQIECBAgQKD/AiokQIDAqgTqu0rvvHTGbrvtNtqyZcvSoe0OBMqorCbeLsOynGia/10LiPN/j8xwxwIfzFv3S7442RYvT+Mnkj5THQRBgAABAj0VUBYBAgQIECBAgAABAgQIECDQf4GNqfC+k8Put99+k4f2lxFosZqyXObUuXnLAuLc3AoT2QWBV+Tceyb/NNmMe6fh/cnTknskBQECBAgQIECAAIG5EDAJAgQIECBAgAABAgQIzLnAvpPzu/e965/bJ1vs70igxWrKckfnzVO7BcTZ3Q1X2liBz2b4RyZ/IfkvyWY8NQ3bkrXNRhAgQIAAAQIECBAgQIAAgZ0ScBIBAgQIECBAYCgCd5ssdJ999pk8tL+MQIvVlOUyp87NWxYQ5+ZWmMiMBN6W62xO/l6yGfUJxPok4gfyxn2SgsAtAjYECBAgQIAAAQIECBAgQIBA/wVUSIAAAQKrFPjByf53vetdJw/tLyPQYjVlucypc/OWBcS5uRUmMkOBG3KtZyYfkvyrZDMeloaPJ389KQgQIECgywLmToAAAQIECBAgQIAAAQIECPRfQIUbJfA9kwPf5S53mTy0v4xAi9WU5TKnzs1bFhDn5laYyBoIXJhrbkmekLw52YwXp+Fvkz+dFAQIECBAgAABAusoYCgCBAgQIECAAAECBAgQmHuB+la/8ST33HPP8b6d5QVarKYslz97Pt6d1QLifFRjFgTaBV6d5vpy5rOybcY90/CnybckO/e/AMicBQECBAgQIECAAAECBNZTwFgECBAgQIAAAQLDEdhtstTdd9998tD+MgItVlOWy5w6N29ZQJybW2Eiayzwd7n+o5NHJf8x2YxfSMO25NOTAwvlEiBAgAABAgQIECBAgAABAv0XUCEBAgQIEFi1wLdOnnG7291u8tD+MgItVlOWy5w6N29ZQJybW2Ei6yTwRxlnc/L1yWb87zS8MXl+8seTggABAvMtYHYECBAgQIAAAQIECBAgQIBA/wVUSIAAgQ0QsIC4AeiG3HCBr2YGxycflPzLZDMOScMVyROTggABAgQIECAwcwEXJECAAAECBAgQIECAAAECHRD4xuQcv/71r08e2l9GYMlqosuU5UT73O5aQJzbW2Ni6yDwkf+fvfuAs6Oq+z8+sQE+oCgGBUSRlgREikAiSSghgBQh9CihCEiQXqU3qSIlSE0EBAkYWgAlIBASWiShgwJZICgioMTYiBRR8ny/u9ybO7NnN1vm3jvl83/9vjtzz8ydOed9/T+z5OzM1TkGK0co7yvJOkYNM5VtFQoBBBBAAAEEEEAAAQQQQAABBHIqQLcRQAABBBBAoEcCc2vf9dZbb9W+ZL0TgYBVzLKTt2ZmExOImfko6EgTBc7Vuf1Y0+u1TJbbJ6rxGuWLCoUAAtkQoBcIIIAAAggggAACCCCAAAIIIFB8AUaIAALNFZhTe/rZs2fXvmS9E4GAVcyyk7dmZhMTiJn5KOhIkwV+r/OP/DBe12qsRulVi3KQQiGAAAIIIIBAjwV4IwIIIIAAAggggAACCCCAAAII5ETgz7X9fO2112pfLmC93JsDVjHLPOgwgZiHT4k+NlLAdyH6rkPflZg87yfVcIFyn/INhUIAAQQQQAABBBBAoDwCjBQBBBBAAAEEEEAAAQTKJvBK7YBffvnl2pesdyIQsIpZdvLWzGxiAjEzH0XjO8IZOxTw9yH6exH9/YgPBPbaQG2/Uc5WPqZQCCCAAAIIIIAAAggggAACCGRWgI4hgAACCCCAAAI9FHip9n0zZ86sfcl6JwIBq5hlJ2/NzCYmEDPzUdCRDAp4ktCThYeob+8oyTpSDf6/mDtqSSHQSAHOhQACCCCAAAIIIIAAAggggAACxRdghAgggECzBZ6r7cDTTz9d+5L1TgQCVjHLTt6amU1MIGbmo6AjGRbwY0v9WNNrA31cQW03KL9QllMoBBBAAAEEOhFgEwIIIIAAAggggAACCCCAAAIIFF+gMCN8snYkjz76aO1L1jsRCFjFLDt5a2Y2MYGYmY+CjmRc4FX1b5SyvfKCkqyRamhRDlMoBBBAAAEEEEAAgaIJMB4EEEAAAQQQQAABBBBAoHwCszTkN5TWmjt3bjRjxozWdX50LGAjW9XsYUNb1jRlf7W0E4jZ/2joYUYFJqpf/ZWzlGR9Qg3nKg8pQxUKAQQQQAABBBBAAAEEEECgyQKcHgEEEEAAAQQQQKBXAg/Wvnvy5Mm1L1kPCASMYoaBt2SyiQnETH4sdCrjAvPUv2OUgcoUJVmD1fCAcr6ysEKlK8DREEAAAQQQQAABBBBAAAEEEECg+AKMEAEEEEAgGwL31nbjzjvvrH3JekAgYBQzDLwlk01MIGbyY6FTORF4RP3cWDlAeUtJ1iFq8GNNv60lhQACCCAQQYAAAggggAACCCCAAAIIIIAAAsUXYIQFE4jNGE6bNi2aNSt3T+Ns2EdiGxslThgzTGzL7EsmEDP70dCxHAlcrL72U65WkvUlNVyn3KisqFAIIIAAAggggED+BOgxAggggAACCCCAAAIIIIBAWQVe1cD9xD0t2mrChAltK/xsJxCwsZ0N2+2byYaaTjGBWIPBKgK9EHhD791D2UZ5TknWDmrw3Yg/0JJCAAEEEEAAAQQQQAABBBoiwEkQQAABBBBAAAEEEEhBwDfIVA9zzTXXVNdZiQsEbGJ28b2z/YoJxGx/PvQufwK/VJdXVU5TkuX///YjNU5XNlJ6UrwHAQQQQAABBBBAAAEEEEAAAQSKL8AIEUAAAQQQyJLAterMPKW1WlpaookTJ7au82O+gE1sM78lspntaprys+oJjfz0lp4ikB+BE9TVtZS7lGQNVMMU5UJlUYVCAIFSCDBIBBBAAAEEEEAAAQQQQAABBBAovgAjRKCQAn/XqK5UqnXRRRdV11lpEwiY2Mx2bTvk7CcTiDn7wOhurgSeVG+/qeyr/E1J1gFq8GNNd9OSQgABBBBAAIGsCtAvBBBAAAEEEEAAAQQQQAABBBAYW0swderUaNKkSbVN+V/vxQhsYZPEIWJmiW2Zf8kEYuY/IjpYAAH/H4n+GscVSrKWVsPVyq3KAIVCAAEEEEAAAQQQQACBlAQ4DAIIIIAAAggggAACCKQm8KiO5H/H1qKtzjzzzLYVfkYBC1vZLLc6TCDm9qMrZcfzPOjZ6vzeypbKM0qytlHDc8qxCoUAAggggAACCCCAAAIIIIBAmQUYOwIIIIAAAghkU+Cc2m5NmzYtGjduXG1TKddtYIvE4M9NvM7dSyYQc/eR0eGcC9yh/q+unKyE6nQ1PqZsolAIFEiAoSCAAAIIIIAAAggggAACCCCAQPEFGCECCBRcYJrGN16p1rHHHhvNnu37Z6pNpVrx2G2QGLSNHkq05e4lE4i5+8jocEEETtE4vqaEHhL9dbXfrVyqLK5QCCCAAAIINE+AMyOAAAIIIIAAAggggAACCCCAQPEFuj5C3xwzr7L7nDlzosMOO6zysnRLj90GNQO3jY1qmvK5ygRiPj83el0Mgd9qGFspeylvKsnaVw0typ4KhQACCCCAAAIIIIBAtwTYGQEEEEAAAQQQQAABBBCog8AsHTP2VVzjx48v5aNM/ehSj10etWUbG9W25XKdCcT8fGz0tLgCV2po/ZXLlGQtqYYrlNuV1RQKAQQQQAABBBBAAAEEEECg2AKMDgEEEEAAAQQQyLrAWergA0q1Ro8eHc2YMaP6uugrHqvHnBinTWyTaM7nSyYQ8/m50eviCfxdQ/q+spnyhJKsLdXwjHKSQuVOgA4jgAACCCCAAAIIIIAAAggggEDxBRghAgggUCqBgzVaP65Ti7bafffdS/F9iP7eQ4+1bdTVn7awSbUh7ytMIOb9E6T/RRPwdx/6OxCP72Bgfnby09q2uUIhgAACCNRbgOMjgAACCCCAAAIIIIAAAggggEDxBRhhTwSe0pv8NVxatFVLS0s0cuTIaN48z6W1tRXtp8fmMXqsibHZwiaJ5vy+ZAIxv58dPS+2wOka3irKbUqyvqaGO5SfKp9TKAQQQAABBBBAAIGEAC8RQAABBBBAAAEEEEAAAQTqLjBOZ7hAqdaUKVOibbfdtvq6aCsem8eYGJcNbJFozvfLvEwg5luZ3iPQM4Hn9bYRyu7K60qy9lZDi7KPQiGAAAIIIIAAAggggAACRRBgDAgggAACCCCAAAL5EjhE3Y3deXfbbbdFI0aMKNSdiL7z0GPy2DTe2rpVL2ygRbGKCcRifZ6MppgCP9ew+ikXKcn6rBrGKr9W1lQyWHQJAQQQQAABBBBAAAEEEEAAAQSKL8AIEUAAAQRKKHCQxjxLWUOJlSfahkQckKwAABAASURBVA8fXojvRPR3HnosHlNskFH0gF7vpBSymEAs5MfKoAooMFdjOlAZpsxQkrWZGp5QTlUoBBBAIB0BjoIAAggggAACCCCAAAIIIIAAAsUXYIQIdE9gIe3+A+U1xY/uXF7LYPlRn0OHDo1mzAj9k3bwLZlrdN89Bo8l0bnpeu1ntb6vZSGLCcRCfqwMqsACUzW2QcpRygdKso5Xw7PK1gqFAAIIIIAAAiUVYNgIIIAAAggggAACCCCAAAIIpCzwaR3vROUN5UfK0kqovL3a3tLSEg0aNCgaNy5/XxHoPrvvHkN1QG0rvvNwS63+TWlq1fPkTCDWU5djI1A/gbN16P7KzUqyVlHDbcpVylIKhQACCCCAAAIIIIAAAvkQoJcIIIAAAggggAACCGRN4PPq0JmKJwZP0fIzSrLmqaFyN+KXte7vBdRifo0ePTraddddc/FIUz+y1H11n+ePoLrmsQ3Xq0JPHmp8EROIViAI1E2grgd+UUffQdlF+aOSrN3VMFPZT6EQQAABBBBAAAEEEEAAAQQQQKBuAhwYAQQQQACBwgkspxGdr3ji8GgtF1GS9Y4afDfiMloeovxe8SM9/WhPTyjq5fwaP358NGDAgEzfjei7Dt1H93V+z6trHpPH5jFWG4u6wgRiUT9ZxlUmges02H7KGCVZn1LDxcpkZR2FQgCBrgqwHwIIIIAAAggggAACCCCAAAIIFF+AESKAQFKgvxouVTwZ6EnBPlpP1t/V4LsRPXHoyUVPMqopVn7vaLX47kQt2mrOnDmR7+wbMmRINGnSpLbGDPx0X9wn9819THTJY/BYPKbEpuK+ZAKxuJ8tIyuXwLsa7qHK+so0JVkbq+ERxbeaa0EhgAACCCBQXAFGhgACCCCAAAIIIIAAAggggAAC3RZYQ+/4mfK8sq8SKk8UesLQE4cnawdPJGrRYfmLD9fSVn9noBbza9q0adFWW20VDRs2LJo4ceL8Dd1YS2NXn9t9cF/cp8Ax3XePwWMJbC5uExOIxf1sGVk5BR7UsIcohyv/UZLl/+PeosbtFAoBBBBAAAEEEEAAgSwJ0BcEEEAAAQQQQAABBBBovMAgnXKC8qSyhxKqyt2Injj0I0v96NLQfqG2p9S4gXKM4jv5tJhfU6dOjbbffvuof//+0emnnx7NmjVr/sY6rfkcPpfP6XO7D4FTua/us/vuMQR2KXYTE4jF/nybPDpO30SB83Ru32ru/8Ov1VitrFc3K+OVZRUKAQQQQAABBBBAAAEEEEAAgV4I8FYEEEAAAQQQyKHARurzrcrDys5KqJ5To+9GXF5Lf/+fJ9W02qM6S+9aSfG/S2sRr5aWluj444+PVlxxxciPEvUE34wZM+I79eKVj+Vj+tg+h8/lc3ZwSPfRfXWfO9il+M1MIBb/M2aE5RXwX4V8W8P3//F/Wctk7aIG3414sJYUAnEBXiGAAAIIIIAAAggggAACCCCAQPEFGCECCJRRYHMN+tfKFGUbJVRPqNF3I66q5VglrfLthbvqYEMVT15q0b78KFFP8A0aNChabLHFWh9zeuihh0Zjx46N7rnnnui5556LZs+eHb377rvRvHnzWuN1t3mb9/G+fo8fT+pj+Fg+po/d/ozVFvfJT/hzH93X6oYyrjCBWMZPnTGXTeAGDbifco6SrEXUMEa5X1lPoRBAAAEEci5A9xFAAAEEEEAAAQQQQAABBBBAoPgCPRjhtnrPfcodymZKqH6jxpHK15WrlXrVQzqw+7OullcoHd7ZOHfu3MiPGB0zZky07777Rptuumm06qqrRksuuWS0yCKLRB/5yEda43W3eZv38b5+j9/rY+gcHZXP7T64L+7TtI52LFs7E4hl+8QZb1kF/quBH6l4ktCThVqN1fp65f/D+GMtP65QCCCAAAIIIIAAAo0V4GwIIIAAAggggAACCCCAQD0E/JQ6Pwt0og7u7/PTol1V7kYcrC3XK42qR3WivZUllAOVB5RGlc/lc/rc7oP70qhz5+I8TCDW7WPiwAhkUsDPs95QPfNjS9/WMllHqGGmspNCIYAAAggggAACCCCAAAIILFCAHRBAAAEEEEAAgUwK7KlePa1cp/juOi3aVeVuxI215ZdKs+rvOvFFiic4v6TlaMVP1ntDy7TKx/IxfWyfw+fyOX3utM5RqOMwgVioj5PBINBlgZ9oTz/WdLyWyfIX4vqvTCZow1eU8hUjRgABBBBAAAEEEEAAAQQQQACB4gswQgQQQKCYAvtpWC2KH8v5NS1DdbMaPYG2pZZ3K1mqV9WZccrOytLKisqOyknKNYrvHHxByznKe4ofQep43W3e5n28r9/j9/oYPpaP6WP7HHor1ZkAE4id6bANgWIL/EnD85fBbqelLyhaxMr/x9Tth8daeYEAAghkWICuIYAAAggggAACCCCAAAIIIIBA8QUYYTuBj6rlMOUV5WJlZSVU16pxoLKD4kk2LTJfs9TDm5QfKrspnvj0zTGf0/rCiue5HK+7zdu8j/f1e/xeH0O7Ut0RMGp39mdfBBAonsAtGlJ/5UwlWf4+xHPU6O9H9PckapVCAAEEEEAAAQRSF+CACCCAAAIIIIAAAggggAAC3Rf4P73lWMWP5zxXSz+aU4t25bsRV1frKOURhUJggQJ1mkBc4HnZAQEEsifgC42fhX1voGvrqe1+ZYyyiEIhgAACCCCAAAIIIIAAAlEUgYAAAggggAACCCDQBAHfaXeqzuuJw9O17KuEqnI34t7a+IxCIdBlASYQu0zFjgiUQuDRKIqGa6T7K/9SknWwGmYq31EoBBBAAAEEEEAAAQQQQAABBBDIqwD9RgABBBDIo8AX1ekfK68rxyuLKcl6Xw2VuxEP0PqLCoVAtwWYQOw2GW9AoBQCl2iUflb0VVomy7fB+1nZfnb0SsmNvEYAgeYJcGYEEEAAAQQQQAABBBBAAAEEECi+ACMspcCKGvWFyqvKEYq/ekqLWL2lV6cpyyjex/tqlUKgZwJMIPbMjXchUAaBP2uQ31W2Vp5VkrW9GlqUoxQKAQQQQAABBHouwDsRQAABBBBAAAEEEEAAAQQQCAl8VY0/VXwXoe8m1Gq7mq0W343oicMTtO7XWlAZFMhVl5hAzNXHRWcRaIrAr3RWX6j8TG2txqqPXp2lzFCGKRQCCCCAAAIIIIAAAiUSYKgIIIAAAggggAACCNRFYB0ddbzyW8XfX6hFu/Idhr7T0BOH/h5E34HYbicaEOipABOIPZXjfcUUYFSdCZyojWsqv1aSta4a7lUuUkLP3VYzhQACCCCAAAIIIIAAAggggEBGBOgGAggggAAC2RQYqm75q6Me0XIXJVQvqNF3I/qrpvxdh/7OQzVRCKQrwARiup4cDYGiCzylAW6ujFbmKMnaXw1+rOnuWlIINFSAkyGAAAIIIIAAAggggAACCCCAQPEFGCECBRXYROO6XXlA8VdHadGunlGL70bsp+XFCoVAXQWYQKwrLwdHoLAC4zSy/srlSrKWUsNVym3KKgqFAAIIIIBAZwJsQwABBBBAAAEEEEAAAQQQQKCsAt/SwCcrdytbKqGq3I24ujZeoeS16HfOBJhAzNkHRncRyJDAX9WX7ylbKE8rydpaDc8qxykUAggggAACCCCAQOEEGBACCCCAAAIIIIAAAgj0UGAnvW+a8ktlYyVUlbsRB2rjdQqFQEMFmEBsKHfGT0b3EOiZwJ162xrKSUqoTlPj48qmCoUAAggggAACCCCAAAIIINBsAc6PAAIIIIAAAs0S2E0n9r+VXq/lekqoKncjbqCNExUKgaYIMIHYFHZOikAhBX6oUa2m+FndWsRqLb26S7lM+YxCpSzA4RBAAAEEEEAAAQQQQAABBBBAoPgCjBABBHIrsI967qe1Xa2l/61Ui3blr4Ty3YibacsdCoVAUwWYQGwqPydHoHACv9OI/NzuPbX8i5Ks0WpoUfZSKAQQQACBKMIAAQQQQAABBBBAAAEEEEAAAQSKK3CQhjYriqKxWq6ihMp3Iw7WhhHKFIVCIBMCTCBm4mOgEwgUTuBnGlF/5VIlWX3VcLkySfmaQiGAAAIIIIAAAjkUoMsIIIAAAggggAACCCCAQFBgIbUepbyuXKAsr4SqcjfiSG38jUIhkCkBJhArHwdLBBBIW+AfOuB+ir/70M/11mqsttCrp5WTFQoBBBBAAAEEEEAAAQQQaIwAZ0EAAQQQQAABBOojsLgOe5LyhnKWspQSqsrdiHto45MKhUAmBZhAzOTHQqcQKJTAPRrN2spxSqh8UfVE4pahjV1pYx8EEEAAAQQQQAABBBBAAAEEECi+ACNEAAEEMirwBfXrTMV3HPpmic9oPVnz1FC5G3FfrT+vUAhkWoAJxEx/PHQOgUIJnKHRDFBuVZLlR5nerkY/2nRJLSkEECiHAKNEAAEEEEAAAQQQQAABBBBAAIHiCxR1hMtpYOcrnjg8WstFlGS9owbfjbiMlocov1coBHIhwARiLj4mOolAYQRmaiTbKrsprynJ2ksN3me0lhQCCCCAAAIIZFaAjiGAAAIIIIAAAggggAACpRXor5Ffpngy0JOCfbSerL+rwXcjeuLwGK37saZaUAjkR6BtAjE//aWnCCBQDIFrNIx+yoVKsnyLvy/Ad2nDWgqFAAIIIIAAAggggAACaQlwHAQQQAABBBBAAIGeCqypN16l+PGjHd0AUbkbcWntd4riiUQtKATyJ8AEYv4+M3qMQEwgxy/+rb4fpGykTFeStakaHldOUygEEEAAAQQQQAABBBBAAAEESi3A4BFAAAEEmibwDZ15gvKEsrsSqpfV6LsRfcfhj7T+rkIhkGsBJhBz/fHReQQKIXCfRuGL8A+0/J+SrOPU8JyyjUIhUCQBxoIAAggggAACCCCAAAIIIIAAAsUXYIT5FfCND7eq+79RdlZC5X+33FcbVlAuUCgECiPABGJhPkoGgkDuBX6sEfj54TdpmawBavDF+motffu/FhQCCCCAAALNEuC8CCCAAAIIIIAAAggggAACBRbYXGPz1ytN0bKjmxoqdyOuqn3GKlQhBco9KCYQy/35M3oEsibwkjq0o/Id5RUlWbupYaayv0IhgAACCCCAAAIIINA9AfZGAAEEEEAAAQQQQKBjge206X7lDsVfr6RFu6rcjfh1bfm5QiFQWAEmEAv70ZZjYIyysAK/0Mj6KecryVpMDRcp9yrrKhQCCCCAAAIIIIAAAggggEDBBRgeAggggAACdRTwzQwzdPyblfWVUPnfIn034mBtvEGhECi8ABOIhf+IGSACuRV4Tz0/TBmqPKQka5gafGE/S8s+CpUvAXqLAAIIIIAAAggggAACCCCAAALFF2CECGRZYE917mnlWqWjGxUmadtmynDllwqFQGkEmEAszUfNQBHIrYAnDz2J6MlETyomB3KUGlqU7RUKAQQQQKDuApwAAQQQQAABBBBAAAEEEEAAgVwL7Kfe+99rcrxfAAAQAElEQVQTr9Dya0qofDfiBtqwlXK3UsJiyGUXYAKx7P8LYPwI5EfAjzPtr+768aZaxGolvbpJ8V8LfUlLCgEEEEAAAQQQQCApwGsEEEAAAQQQQAABBMor8DEN/XDlj8rFyspKqPzvi74bcQdtfEChECitABOIOf7o6ToCJRT4g8bsZ5LvpOVLSrK8zX89dEhyA68RQAABBBBAAAEEEEAAgbwK0G8EEEAAAQQQ6LHAonrnccrryjnKskqoKncjjtLGRxUKgdILMIFY+v8JAIBALgVuVK99N+KPtUzWwmrw3Yr+CyF/qbFeZq7oEAIIIIAAAggggAACCCCAAAIIFF+AESKAQPMEPqdTn6p44vA0LfsqobpIjb4bcW8tf6tQCCDwoQATiB9CsEAAgdwJ/E89/oHyDeU+JVn+3kR/f6L/sugTyY28RgABBHomwLsQQAABBBBAAAEEEEAAAQQQQCDDAl9U33zTgScOj9f6Ykqy3leD/83QX4V0oNZfVBLFSwQQYAKR/w0ggEDeBaZrABspByn/VpLlZ5vPVOPOCoUAAggggAACZRVg3AgggAACCCCAAAIIIFBkgRU1ON9N+KqWRygfV5L1LzX4bsSltTxS8b5aUAggEBLI7QRiaDC0IYBAqQUu1Oj7KdcoyfqKGiYo1yvLKxQCCCCAAAIIIIAAAgjkRIBuIoAAAggggAACnQispm2XK76LcH8tQ/WmGn034jJanqD8VaEQQGABAkwgLgCIzQggkLpAPQ/4mg6+m7Kt4rsOtYjVTnrVovivkLSgEEAAAQQQQAABBBBAAAEEEECgTgIcFgEEEKinwDo6+HjlGWUvJVR/VKP/HdATh6drfa5CIYBAFwWYQOwiFLshgECuBG5VbwcoZyjJ+pga/Bz032i5gUIhgECXBdgRAQQQQAABBBBAAAEEEEAAAQSKL5DpEQ5V725SHlF2UUL1ghp9N+KXtTxX+a9CIYBANwWYQOwmGLsjgECuBI5Tb/3XSJO1TNY31HCfcoHySYVCAAEEEECguAKMDAEEEEAAAQQQQAABBBDIt8Am6v4k5QFleyVUlbsR/TVHl4R2oA2BwgukOEAmEFPE5FAIIJBJgcfUK/+CsZ+W/1SSdZAa/LjTjv5iSZspBBBAAAEEEEAAAQSaI8BZEUAAAQQQQACBkgtsrfHfq9ytbKGEqnI34uraeKVCIYBACgJMIKaAyCEQ6IYAuzZP4FKd2n999DMtk7WsGvzM9Ju1XFmhEEAAAQQQQAABBBBAAAEEEOiNAO9FAAEEEOidwE56+zTlNmWYEqr71ei7EQdqeZ1CIYBAigJMIKaIyaEQQCDzAn9RD/dUvqX8TknWdmpoUY5WKAQSArxEAAEEEEAAAQQQQAABBBBAAIHiCzDCJgvspvM/rlyvrKeE6i41bqlsqExUKAQQqIMAE4h1QOWQCCCQeYHb1cPVlB8qoTpTjX70wcZaUggggAACeReg/wgggAACCCCAAAIIIIAAAlkX2EcdfE65WllLCVXlbsRvauMdCoVAXIBXqQowgZgqJwdDAIGcCZyk/q6p3Kkkax01TFYuVj6lUAgggAACCCCAAAINFuB0CCCAAAIIIIAAAoUXOFgjfFkZqwxQQlW5G3GENk5VKAQQaIAAE4gNQOYUVQFWEMiiwFPq1BaK/8rpr1omaz81+LGme2hJIYAAAggggAACCCCAAAIILFiAPRBAAAEEEOhMYGFtPEp5XRmjfEUJVeVuxJHa+LBCIYBAAwWYQGwgNqdCAIFMC/xUveuveKlFrL6gVz9TfqmsqpSwGDICCCCAAAIIIIAAAggggAACCBRfgBEiUFeBxXV0PxHME4dnaX0pJVSXqXEVxX/Q/6SWFAIINEGACcQmoHNKBBDIrMAc9cx3Im6upe9M1CJW39Kr3ynHKxQCCCCQDwF6iQACCCCAAAIIIIAAAggggEBzBfzH+WeqC28oJyufUZI1Tw2+G3F5Lb+vPK9Q3RFgXwRSFmACMWVQDocAAoUQ+LVG4e9GPFHLUJ2qxieUzRQKAQQQQAABBBCoiwAHRQABBBBAAAEEEEAg5wJ+NKknBT1xeLTG4keXahGrt/XKdyMureWhyu8VCgEEMiDABGLjPgTOhAAC+RPwROFX1e1fKcnyBKMnGsdqw2cVCgEEEEAAAQQQQAABBBCwAEEAAQQQQKDsAgME4MeQvqzlwUqo/qZG3424jJbHKH9WKAQQyJAAE4gZ+jDoCgIIZFLg2SiKtlbPvquEfpHxI09btG1vhUIAAQQQQAABBBBAAAEEEEAAgdwK0HEEEOilgP/g/iod4zlltBIqf/+h70b0xOEp2uEfCoUAAhkUYAIxgx8KXUIAgUwK+Jef/urZJUqyPqeGnyp3KKsrFAIIZEWAfiCAAAIIIIAAAggggAACCCCAQL0FvqETTFD8lT+7axmqyt2Injj8kXZ4V0mvOBICCKQuwARi6qQcEAEECizwT41tf2UT5VElWZur4SnFfz2lBYUAAggggAACPRXgfQgggAACCCCAAAIIIJB5gWHq4W3Kb5SdlVBV7kZcQRt/olAIIJATgUZNIOaEg24igAACXRKYrL3WVY5VQnWiGp9RtlIoBBBAAAEEEEAAAQTKJMBYEUAAAQQQQKD4AltoiHcp9yr+6h8t2tXjavHdiKtqOU6hEEAgZwJMIObsA6O7CDRegDN2InCmtvmxprdomazV1PAr5Qrl8wqFAAIIIIAAAggggAACCCCAQIYF6BoCCCCwQIHttMf9yiRlUyVU09TouxHX1vLnCoUAAjkVYAIxpx8c3UYAgcwItKgn/uVpVy3/pCRrTzXMVPZVKAQaK8DZEEAAAQQQQAABBBBAAAEEEECg+AL1H+F3dIoZys3K+kqofDfiNtowRLlBoRBAIOcCTCDm/AOk+wggkBmB8eqJ70YMPct9cW27VLlb+bpCIYAAAggg0KkAGxFAAAEEEEAAAQQQQACBDAjspT74a3qu1dJf56NFu6rcjThcW36pUAgg0A2BLO/KBGKWPx36hgACeRP4tzp8sLKh8rCSrE3U8JhyukIhgAACCCCAAAIIFE+AESGAAAIIIIAAAkUQ2F+DeEG5XPHX9GjRrip3I26lLfcoFAIIFEyACcSCfaAMJ20BjodAjwT8LPj19M4jlf8qyTpWDc8rIxQKAQQQQAABBBBAAAEEEECg6QJ0AAEEECi9wMckcLjyR+UiZSUlVH4Kl+9G3EEbH1QoBBAoqAATiAX9YBkWAghkQuAc9cKPNb1Ry2S5/RY1+sukl9GSSluA4yGAAAIIIIAAAggggAACCCCAQPEFGGFvBRbVAY5TXlf8b1nLahkq3434NW3YVXlUoRBAoOACTCAW/ANmeAgg0HSBWerBTsq3lT8oyfIvXTPVeIBCIYAAAghEUQQCAggggAACCCCAAAIIIIBA3QX66gynKm8opyl+rUW7qtyN+D1t+a1CIZCaAAfKtgATiNn+fOgdAggUR2CChtJPOU9Jlv/S60I1TlEGKhQCCCCAAAIIIJBHAfqMAAIIIIAAAgggkH0B32HoOw19x+Hx6q7/XUqLWP1Hr7yP9z1Q6y8pFAIIlEyACcSSfeDdGy57I4BAygL+5cvPkh+i44aeEb+R2qcrP1L4v89CoBBAAAEEEEAAAQQQQKARApwDAQQQQKAEAv5OQ99N6O849L9P+TsPk8P+lxp8N6K/budIrf9JoRBAoKQC/AN1ST94ho0AAk0VmKazr68cqryrJOsHamhR/GXUWvSgeAsCCCCAAAIIIIAAAggggAACCBRfgBEisGCB1bSLv7/wBS33V0L1phr9PYieODxB639VKAQQKLkAE4gl/x8Aw0cAgaYKjNHZ+yvXKclaUQ03Kt72ZS0pBBAoiQDDRAABBBBAAAEEEEAAAQQQQCAFgXV0jPHKM8peSqgqdyN64vAM7TBXoRokwGkQyLoAE4hZ/4ToHwIIFF3gFQ1wF2VH5UUlWd9Wg+9G9N2KWqUQQAABBBBAIKMCdAsBBBBAAAEEEEAAgSwI+KlXN6sjjyj+Nyct2lXlbkT/0fp52vpfhUIAAQRiAkwgxjhqX7COAAIINFTgJp3NdyOerWWyFlKDf5l7QEt/f6IWFAIIIIAAAggggAACCKQjwFEQQAABBBAohMCmGsUk5X5lOyVUT6vRdyP20/IShUIAAQQ6FGACsUMaNiCAQG4F8tvxD9T1o5RBylQlWUPV8KByruJJRS0oBBBAAAEEEEAAAQQQQAABBEoqwLARQMACW+vHvcpdyhZKqGao0XcjrqHllQqFAAIILFCACcQFErEDAggg0HAB/1I3TGc9UAk9e/4wtc9URioUAoUSYDAIIIAAAggggAACCCCAAAIIINAlgZ201zTlNsX/jqRFu6rcjeg/Vr+u3dYmNnBqBBDIvgATiNn/jOghAgiUV+AiDd2PlPi5lslaTg2/UG5QVlAoBBBAAAEEminAuRFAAAEEEEAAAQQQQKAxArvrNE8o1yvrKaGq3I24oTbeolAIIIBAtwU6mEDs9nF4AwIIIIBAfQRe12H9i+EILZ9XkrWjGlqUIxUKAQQQQAABBBBAAIFuCrA7AggggAACCOREYLT6+ZxylbKmEqrK3Yjf1MY7FQoBBBDosQATiD2m440IZFSAbhVVwL8ArqLBna4k66NqOFt5WPFflmlBIYAAAggggAACCCCAAAIIFFqAwSGAQFkEDtZAX1YuUwYooZqgRt+N6D9An6p1CgEEEOi1ABOIvSbkAAgggEBDBY7X2dZW7lGS5efZ+5fEn2jD/ylUzgToLgIIIIAAAggggAACCCCAAAIIFF+gCyNcWPscpfjJVGO0/IoSKt+NuJY2fFvxH5ZrQSGAAALpCDCBmI4jR0EAAQQaKfC4Trap8n3lH0qyDlTDTGVXhUIAAQQQqL8AZ0AAAQQQQAABBBBAAAEE0hD4jA5ysvKGcpaylBKqyt2I39XGJxUKAQQaI1CqszCBWKqPm8EigEDBBPzLYj+N6UolWV9Uw8+ViUp/hUIAAQQQQAABBBBoJ0ADAggggAACCCCQCQFPFHrC0HccnqQeLa4k6wM1VO5G9B+V+4/H1UQhgAAC9RFgArE+rhy1WQKcF4HyCbypIe+lbKX8VknWtmp4XjlGoRBAAAEEEEAAAQQQQACBYggwCgQQQKAYAn40qScFPXHoR5b60aXJkb2tBk8uLqPlocofFAoBBBCouwATiHUn5gQIIIBAQwQm6SxfU05RQnWGGh9VhiuZLDqFAAIIIIAAAggggAACCCCAAALFF2CErQID9NNPlnpZy4OVUP1Njb4b0ROH/sPwP+s1hQACCDRMgAnEhlFzIgQQQKAhAn5O/ho60x1KstZWwz3KJcqnFQoBBBBIQ4BjIIAAAggggAACCCCAAAIIdE1gLe12tfKcMloJVeVuxKW18YfKPxQKgSwI0IeSCTCBWLIPnOEigEApBJ7WKLdUvqfMWHHQ/AAAEABJREFUVpLl5+S3qPG7CoUAAggggAACpRVg4AgggAACCCCAAAINElhP57leeVzZTQnVLDX6bkTfcXi21t9TKAQQQKBpAkwgNo2+DifmkAgggEBc4HK97K+MU5L1eTVcqfxS+apCIYAAAggggAACCCCAQF4E6CcCCCCAQF4EhqmjtynTlJ2UUD2rRt+NuKKWP1EoBBBAIBMCTCBm4mOgEwggUHaBOo7fz8v3L6Hf1DmeVJL1LTX8VjlBoRBAAAEEEEAAAQQQQAABBBBAoI4CHLo0AltopHcp9ypbK6Hy3Yi7a4P/sDv0x9/aRCGAAALNE2ACsXn2nBkBBBBopIB/afVz9juaKPQz9T3B6InGRvaLcyGQdwH6jwACCCCAAAIIIIAAAggggEBFYDutPKBMUjZVQlW5G3Ftbfy5QuVDgF4iUDoBJhBL95EzYAQQKLnAaRr/qoofXapFrNbQqzsV/9XbElpSCCCAAAIIFFiAoSGAAAIIIIAAAgggkJrALjrSI8rNylAlVJW7EYdo440KhQACCGRaoDgTiJlmpnMIIIBApgSeU2+2UfZQ3lCS9T01tCheakEhgAACCCCAAAIIIJAhAbqCAAIIIIBAdgT2UleeUcYr6yihul2NvhtxuJa/UigEEEAgFwJMIObiY6KTCBRbgNE1TeBqnbm/crGSLN+B6DsRfUei70xMbuc1AggggAACCCCAAAIIIIAAAt0SYGcECiSwv8bygnK5spoSqpvUuL7yLeUehUIAAQRyJcAEYq4+LjqLAAIIpC7wLx3xAMV/BedHbWg1Vv5ORH83or8jMbaBFwhEUQQCAggggAACCCCAAAIIIIAAAmUR+LgGerjyqnKRspISqsrdiDtq44NKEYoxIIBACQWYQCzhh86QEUAAgYCAn8M/UO3HKKE6QY2/VfxXc1pQCCCAAAL5FqD3CCCAAAIIIIAAAggg0EWBxbTf8crryjnKF5VQVe5G3FUbH1MoBBBAIAMCPe8CE4g9t+OdCCCAQBEFztKg+ikTlWR9VQ2/VK5UvqBQCCCAAAIIIIAAAo0W4HwIIIAAAggg0CiBvjrRaYonDk/V8nNKqCp3I35PG3+nUAgggEAhBJhALMTHyCDyLEDfEciggJ/hv736NUrxYzm0iNV39Wqm8n2FQgABBBBAAAEEEEAAAQQQ6IIAuyCAQG4EllVPfaehJw6P0/qiSrL+o4YfK973QC1fUigEEECgUAJMIBbq42QwCCCAQKoC1+po/ZULlGR9Wg2XKP4S8LW1LGMxZgQQQAABBBBAAAEEEEAAAQQQKI6Av9PQdxP+UUPydx1+TEtXbf6lF74bcRktf6D8SaEQQACBQgowgVjIj5VBIYAAAqkJvK0jHaJsqPxGSdZwNTyqnKFQCCCAQE4E6CYCCCCAAAIIIIAAAgggUBX4mtauUPxEpv21DNWbavTdiEtreaLyV4VCAIHMC9DB3ggwgdgbPd6LAAIIlEfgfg11sHKk8r6SrGPU4MeabqslhQACCCCAAAII1EeAoyKAAAIIIIAAAukJrKtD+elLT2u5pxKqV9TouxE9ceg/nv63XlMIIIBAKQSYQCzFx5zdQdIzBBDInYC/A8CPNb0h0PN+apuoXKN8UaEQQAABBBBAAAEEEEAAgVYBfiCAAAIZElhffblZmaF8RwlVixp9N+JyWp6n/E+hEEAAgVIJMIFYqo+bwSKAAAKpCLwcRdHOOtJI5fdKskapwXcjHqglhQACCCCAAAIIIIAAAggggAAC+RUoUs831WAmKX7K0nZahqpyN6L/ePqS0A60IYAAAmURYAKxLJ8040QAAQTSF7heh/Rdh+dqmaz/U8NPlKnKIIVCAIHMCNARBBBAAAEEEEAAAQQQQKBUAttotFOUu5QtlFBV7kZcQxt/plAIFECAISDQOwEmEHvnx7sRQACBsgv4+xCPEIK/H/EBLZO1oRoeVs5WPqpQCCCAAAIIINBTAd6HAAIIIIAAAggg0B0BPz3pN3rDrcpGSqgqdyP6j59/EdqBNgQQQKCsAkwgNvGT59QIIIBAgQT8C/kGGs8hyjtKso5Ug78/YEctKQQQQAABBBBAAAEESiXAYBFAAAEEGiqwu872hDJB+YYSql+r0Xcj+g+fb9E6hQACCCCQEGACMQHCSwQQQKALAuzSscAF2uTvCbhWy2StoIYbFP9F33JaUggggAACCCCAAAIIIIAAAghkWYC+5UtgtLr7nHKVsqYSqsrdiJtr450KhQACCCDQgQATiB3A0IwAAggg0GOBP+qdo5QdlBeUZI1Ug+9GPExLCoEGC3A6BBBAAAEEEEAAAQQQQACBAgn00Vj8NKTfa3mZMkAJVeVuxG218T6FKrwAA0QAgd4KMIHYW0HejwACCCDQkcDN2uC7EX+kZbI+oYZzlQeVoQqFAAIIIIBA5wJsRQABBBBAAAEEEEBgvsAiWj1aeV05X+noSUeVuxG/rX2mKxQCCCCAQBcFmjaB2MX+sRsCCCCAQL4F5qn7/oV+oJZTlGQNUcMDynnKwgqFAAIIIIAAAgggUDABhoMAAggggECKAp/RsU5WPHF4ppZfUEJVuRvxu9r4lEIhgAACCHRTgAnEboKxOwIIRBAg0BOBR/SmjZUDlLeUZB2qhpmK/yJQCwoBBBBAAAEEEEAAAQQQQKDJApwegSwJLKXOnKV44vAkLRdXkvWBGnw34le0/L7if2fQgkIAAQQQ6IkAE4g9UeM9CCCAAAI9FbhYb/RjTa/WMllfVsN1yo3KigqVugAHRAABBBBAAAEEEEAAAQQQQCBXAsurt2MUTxwepWXo6UVvq913Iy6t5WHKH5SSF8NHAAEEei/ABGLvDTkCAggggED3BPxL/x56ywjlOSVZO6ihRfmBQiGAAAIIWIAggAACCCCAAAIIIFAugVU03LHKLOVgJVRz1Oi7ET1xeKzW/6JQCCCAQL4FMtR7JhAz9GHQFQQQQKBkArdpvKsqpynJ8vXpR2qcrmykUAgggAACCCCAQC4F6DQCCCCAAAIIdEtgLe3tpxY9q+U+SqheU6PvRlxGyx8q/1QoBBBAAIGUBfwPtCkfksMhUGgBBocAAukLnKBDfl25S0nWQDVMUS5UFlUoBBBAAAEEEEAAAQQQQKARApwDAQQaK7CeTne98riymxIq3414kDZ8UTlbeU+hEEAAAQTqJMAEYp1gOSwCCCCAQLcEntDe31T2Vf6uJOsANfjLzzv6jwhtXlCxHQEEEEAAAQQQQAABBBBAAAEEMiawsfrjJxRN03InJVSVuxFX1Eb/gbEWnRXbEEAAAQTSEGACMQ1FjoEAAgggkJaAv9+gnw52hZIsP5rEjzG5RRsGKBQCCJRFgHEigAACCCCAAAIIIIBA0QS21IDuViYrWyuhqtyN+FVt/KlCIYBA0QUYX6YEmEDM1MdBZxBAAAEEJDBb2Vvxf0w8o2WyRqjhOeVYhUIAAQQQQACBDAvQNQQQQAABBBBAICGwvV4/oNyubKKE6iE1+m7EtbW8RqEQQAABBJogwARiE9BzfEq6jgACCDRS4A6dbHXlZCVUp6vxMaWj/+DQJgoBBBBAAAEEEEAAAQR6IMBbEEAAgbQFdtEBH1FuUoYqoarcjejtN4Z2oA0BBBBAoHECTCA2zpozIYAAAk0UyPWpT1HvPZE4SctkfV0NfuTJpVourlAIIIAAAggggAACCCCAAAIIlFggc0PfSz3y04XGa7mOEqrK3Yj+A+FfhXagDQEEEECg8QJMIDbenDMigAACCHRfwP+xsZXe5kebvqllsvZVQ4uyp0IhUCwBRoMAAggggAACCCCAAAII5E/gAHX5ReVyZTUlVJW7Eb+ljb77UAsKgRILMHQEMibABGLGPhC6gwACCCDQqcAV2tpfGaska0k1eLv/WrGj/zjRLhQCCCCAAAKNEeAsCCCAAAIIIIBAyQQ+rvEeobyqXKisqISqcjfijtro7zvUgkIAAQQQyJoAE4hd/0TYEwEEEEAgGwJ/Vzd8x+FmWj6hJMt3KvqOxROTG3iNAAIIIIAAAggggEAXBNgFAQQQQKB7Aotp9+OV15UfK19UQvVTNfoPfnfV8jGFQgABBBDIsAATiBn+cOgaAgikJcBxCirg7z70dyD6P1JCQ/R3Jz6lDZsrFAIIIIAAAggggAACCCCAQOEFGGCDBfrqfKcpnjg8VcvPKaGq3I24jzb+TqEQQAABBHIgwARiDj4kuogAAggg0KnA6dq6inKbkqzV1XCH4r9y7Og/ZLSZyqwAHUMAAQQQQAABBBBAAAEEEMiawJfUoXOVN5TjlEWVZP1HDZW7EQ/S+iyFQqBjAbYggEDmBJhAzNxHQocQQAABBHog8LzeM0LZXfFfPmoRq731qkXxXztqQSGAAAII1FuA4yOAAAIIIIAAAggUTmBljehi5RXlMOWjSrL+qQbfjbi0lj9QXlMoBBBAAIEcCnR1AjGHQ6PLCCCAAAIlFPi5xtxfuUhJ1mfVMFb5tbKmQiGAAAIIIIAAAgi0F6AFAQQQQACBpMDX1HCF4j/M3U/LUP1Fjb4bcRktT1TmKBQCCCCAQI4FmEDM8YdH1xHomgB7IVA6gbc04gOVjZUZSrI2U8MTiv8iUgsKAQQQQAABBBBAAAEEECiCAGNAIHWBdXXEa5WnlT2VUFXuRvTE4Rna4d8KhQACCCBQAAEmEAvwITIEBBBAAIGgwBS1DlKOVuYpyTpeDf7y9q21zGbRKwQQQAABBBBAAAEEEEAAAQQaL7CBTjlR8R/lfkfLUFXuRlxOG89X/qdQPRXgfQgggEAGBZhAzOCHQpcQQAABBFIV+JGO1k+5WUnWqmq4TfmZspRCIYAAAqkIcBAEEEAAAQQQQAABBHIo4Cf23KF+36dsq4Sqcjeivz7k0tAOtCGAAAJlEijyWJlALPKny9gQQAABBCoCL2plB2UX5Y9KsvZQw0ylo+9y0CYKAQQQQAABBEogwBARQAABBBAoo8A2GrSf4vNrLTdXQjVdjb4bcQ0t/Ue4WlAIIIAAAkUWYAKxyJ8uY4uiCAQEEEAgJnCdXvmvJMdomaxPqeFiZbKyjkIhgAACCCCAAAIIIIBAbgToKAII9EBgZ73nN8qtykZKqCp3I35DG3+hUAgggAACJRFgArEkHzTDRAABBHInUL8Ov6NDH6r4Ox2maZmsjdXwiHKmQiGAAAIIIIAAAggggAACCCBQNAE/hedJDWqC4olBLdpV5W5ETyx6grHdDqk1cCAEEEAAgUwKMIGYyY+FTiGAAAIINEDgAZ1jiHKE8h8lWUeroUXZTqEQQKAbAuyKAAIIIIAAAggggAACmRTYV716XvEjSP0oUq22K08WetLQjzL1JGK7HWhAAAEEKgIsiy3ABGKxP19GhwACCCCwYIFztYsfa3q9lslaWQ03K+OVZRUKAQQQQACBIgswNgQQQAABBBAonkAfDekQ5ffKpYr/+1eLdlW5G3FbbSWhs+0AABAASURBVPFjS7WgEEAAAQTKLMAEYqE/fQaHAAIIINBFAf+H1Ejt6+9/eFnLZO2ihpnKwQqFAAIIIIAAAggggEDGBOgOAggg0E5gEbX4yTqva3m+spwSKt+NuKY2fFuZrlAIIIAAAgi0CjCB2MrADwQQQCBjAnSnWQI36MT9lHOUZH1SDWMU/yXmelpSCCCAAAIIIIAAAggggAACCPROIP13f1aHPFl5QzlT+YISqsrdiHtq41MKhQACCCCAQEyACcQYBy8QQAABBBCI/iuDIxVPEt6vZbI2UMM05cfKxxQKgZgALxBAAAEEEEAAAQQQQACBJggsrXP+SPEdhydp+WklWf9TQ+VuxP203qJQCCDQQwHehkDRBZhALPonzPgQQAABBHoq8LDeuKHix5a+rWWyjlCD/2NrJy0pBBBAAIH8CzACBBBAAAEEEEAgjwLLq9MXKK8pP1AWUpL1bzX4bsRltDxMeUWhEEAAAQQQ6FSgwBOInY6bjQgggAACCHRV4Cfasb8yXkmW/0PtejVOUL6iUAgggAACCCCAAAINF+CECCCAQCkFVtGoxyqzlIOUUM1R44mKJw6P1fIvCoUAAggggECXBJhA7BITOyGAQEMFOBkC2RN4VV3aVdle8V2HWsRqZ71y++FaUggggAACCCCAAAIIIIAAAl0RYJ+eCHxdb7paeVbZRwlV5W5EP9b0VO3wT4VCAAEEEECgWwJMIHaLi50RQAABBEouMFHj992IZ2mZrI+r4RzlIWV9pZTFoBFAAAEEEEAAAQQQQAABBOoiMFhHvUF5TNlNCVXlbsQvauOPlf8oFAJ1EeCgCCBQfAEmEIv/GTNCBBBAAIH0BY7RIddV7lWS5f+ou1+N5yuLKBQCCCCQBwH6iAACCCCAAAIIIJBNgY3VrV8q/mPVHbUM1e/U6LsRV9TyQoVCAAEEEECgI4EutzOB2GUqdkQAAQQQQCAm8KheDVf2V/6lJOsQNcxUvqNQCCCAAAIIIIBAnQQ4LAIIIIBAQQW21LjuViYr31JCVbkbcTVt/KlCIYAAAgggkJoAE4ipUXIgBFIS4DAIIJA3gUvUYT/W9Cotk/UlNVyr3KSspFAIIIAAAggggAACCCCAQJsAPxEIC2yv5geU25VNlFBV7kZcRxuvUSgEEEAAAQRSF2ACMXVSDogAAgggUEKBNzTm7yrbKM8qyfJ/ALao8SiFQgABBBBAAAEEEEAAAQQQQCApMEoNftKN/wB1qNZDVbkb0du9X2gf2hogwCkQQACBMggwgViGT5kxIoAAAgg0SsDfS/FVnew0JVl91HCWMkMZplAIIJAdAXqCAAIIIIAAAggggECzBPbWiX+r+E7CtbUMVeVuRN+R6PXQPrQhgAACCCxYgD26IcAEYjew2BUBBBBAAIEuCpyg/dZS7lKSta4a7lUuUhZTKAQQQAABBBDosQBvRAABBBBAILcCB6jnLyr+7kL/IapW29WNavHdhv4ORN99qJcUAggggAACjRFgArExzpylqwLshwACCBRH4EkN5ZvKaOVvSrL2V8NMZXeFQgABBBBAAAEEEECgXAKMFoFyCnxCwz5CeVW5UFlRCVXlbsSdtNHfd6gFhQACCCCAQGMFmEBsrDdnQwABBAorwMA6FBinLf2Uy5VkLa2Gq5RblVUUCgEEEEAAAQQQQAABBBBAoHgCn9KQ/KSa17X8sfJFJVSVuxF308bHlUwWnUIAAQQQKIcAE4jl+JwZJQIIIIBAcwX+qtN/T9lCeVpJ1jZqeFY5TqEQaLQA50MAAQQQQAABBBBAAIH6CCypw56ueOLwh1ouoYSqcjfiPtro/zbUgkIAAQRSF+CACHRLgAnEbnGxMwIIIIAAAr0SuFPvXkM5SQnVaWr0X5luqiWFAAIIIIDAAgTYjAACCCCAAAIZFfiS+nWu4onDY7X8PyVZ76mhcjfiQVqfpVAIIIAAAghkRoAJxMx8FFEU0RcEEEAAgbII+C9Pv6bB3q4kay013KVcpnxGoRBAAAEEEEAAAQSKJsB4EECgqAIra2AXK68ohykfVZL1TzX4vwmX0fIHymsKhQACCCCAQOYEmEDM3EdChxBAII8C9BmBHgj8Vu/5lrKX8hclWaPV0KJ4uxYUAggggAACCCCAAAIIIIBAswU6OP/qar9S8X/D7adlqPzffb4bcWlt9FNp5mhJIYAAAgggkFkBJhAz+9HQMQQQQACBkgj4PzL7a6y+41CLWPXVq8uVSYrvWNSCSlmAwyGAAAIIIIAAAggggAACPRUYqDdepzylfFcJVeVuRE8cnqkd3lYoBBBovABnRACBbgowgdhNMHZHAAEEEECgDgL/0DG/r/i7D/0diFqN1RZ69bRyskIhgAACCLQK8AMBBBBAAAEEEGiawAY680RluvJtJVQz1ei7EZfT8nzlA4VCAAEEEEAgNwLZmUDMDRkdRQABBBBAoG4C9+jIayvHKaHyY248kegJxdB22hBAAAEEEEAAgewL0EMEEEAgvwKbqet3KPcp2yqhqtyNOEAbL1UoBBBAAAEEcinABGIuPzY6jUC2BOgNAgikLnCGjriKcquSLD/K1I809aNN/YjT5HZeI4AAAggggAACCCCAAAJ1ESjxQUdo7FOUXyubK6Gq3I24pjZepVAIIIAAAgjkWoAJxFx/fHQeAQQQQKDAAs9rbP6L1t21fE1J1l5q8Bf0j9ayp8X7EEAAAQQQQAABBBBAAAEEOhYYqU0PK7coGymhqtyN+A1tnKBQCGRRgD4hgAAC3RZgArHbZLwBAQQQQACBhgr8XGfrr1yoJOszarhMuUtZS6EQQKA0AgwUAQQQQAABBBBAoI4Ce+jYTyq/UAYpobpTjb4b0ROLoafHaDOFAAIIIIBAbwWa934mEJtnz5kRQAABBBDoqsBc7XiQMkzxY3G0iNWmevW4cppCIYAAAggggECWBegbAggggECWBfZV5/w0mJ9puYYSqsrdiFtoox9pqgWFAAIIIIBA8QSYQCzeZ8qIGizA6RBAAIEGCkzVufxYnKO0/EBJ1nFqeFbZRqEaL7CCTrmDcqLiO0fv19KPmf2rlu8q/swcr7vN27yP9/V7/F4fQ7tSCCCAAAIIIIAAAlkToD+FFfC/jx6q0f1euVTxE2C0aFeVuxG30xY/tlQLCgEEEEAAgeIK+AJZ3NExMgQQQAABBDoWyPOWs9X5fspNSrJWUYMfn3OVlksrVP0EltWh91GuV15XXlJuVE5RdlXWV1ZWllAWUvp8GK+7zdu8j/f1e/xeH8PH8jF9bJ9Db6MQQAABBBBAAAEEEEAgZYFP6njHKP79+zwtl1NCVbkb8TvaOEOh8idAjxFAAAEEeiDABGIP0HgLAggggAACGRDwRNOO6of/I/YVLZO1uxpmKvsrVHoC/t7JA3Q43zn4Ry3HKjspSylplY/lY/rYPofP5XP63GmdI+fHofsIIIAAAggggAACCPRY4LN6p/+AzxOHZ2j980qoKncj7qmNTysUAggggEDDBThhMwWYQGymPudGAAEEEECg9wJ+jI4fsXN+4FCLqe0i5V5lXYXqucA6euvlyhzlQsV3DmrRkPK5fE6f231wXxpyYk6CAAIIpC7AARFAAAEEEGiegJ/Q8iOd3hOH/gqBT2s9Wf9TQ+VuxP207q8d0IJCAAEEEECgfAJMIJbvM091xBwMAQQQQCATAv5OvcPUE080PaRlsoapwY/aOUtLP0ZTC6qLAoO13y3KI8peSod+iy66aLTRRhtFhxxySHTZZZdFd999d/Tss89Gb775ZvTOO+9EH3zwQWu87jZv8z7e1+/xe30MnaOj8rndB/fFfRrS0Y60I4AAAggggAACaQtwPARyLLCC+n6B8pryA8VfKaBFrP6tV74b0ZOMh2s99JQXNVMIIIAAAgiUR4AJxPJ81owUAQQQqBVgvZgCD2pYQxX/B+97WibrKDX4L2i315LqXMD/yHCNdvGE7AgtgzV48ODotNNOi6ZPnx699dZb0ZQpU6Lzzz8/Gj16dLTJJptEq6yyStS3b99o4YUXjvr06dMar7vN27yP9/V7/F4fw8fyMX3s4EnbGkdo4c/bfXRf9ZJCAAEEEEAAAQQQQACBGoFVtT5O8dc/HKRlqPyUD9+N6InD47TDm0rRivEggAACCCDQIwEmEHvExpsQQAABBBDItIAfuePHmk4I9HIltd2kXKt8SaHaCxytpheVUUq76tevX+uk4UsvvRQ99NBD0XHHHRcNHDiw3X49bfCxfEwf2+fwZKLPOf94sTX30X11n2MbeIEAAggggAACCCCAQEkFvq5x/1z5nfI9JVR/UqPvRvTE4ala/5dCIYAAAhkToDsINFeACcTm+nN2BBBAAAEE6iXwBx3428pOyiwlWd9Rw0zlEKUZdaZO+nElS7WGOnO/4r710TJWfsTozTffHM2cObN10nCFFep/45/P4clEn9Pndh9inWp74b66z/frpcegBYUAApkUoFMIIIAAAgggUE8Bf/3ADTrBY8quSqh8N+KB2rCs8mPlPwqFAAIIIIAAAgEBJhADKF1tYj8EEEAAAQRyIHCj+thP8X8caxGrRfTqfMUTT/6Pba02rL6hM/mRqlpkovZRL55Q/D2SWswvP0r09ttvb3086XbbbTd/Q4PXfG4/5tR9cZ8Cp3ffPQaPJbCZJgQQQAABBBDoqQDvQwCBTAtsrN79UvHXD+yoZagqdyP6iSwXhXagDQEEEEAAAQTiAkwgxj14hQAC5RBglAiUTeB/GrAfz+NJu/u0nixPPPk/ts/Rhk8ojaildJLjFf/lrxZNrTE6+1jFd/Jp0VZLLLFENHbs2NbHlG655ZZtjRn46b748abum/uY6JLH4LF4TIlNvEQAAQQQQAABBBBAoFACW2k09yiTlW8poarcjbiaNl6uUAgggAACCCDQRQEmELsIxW4IIIAAAggUQGC6xrCRcpDybyVZh6vBjzXdWct61xd0goUUT3Zp0dVKdT8/QvUWHfFgJVajRo2Knn/++WiffbJ7M5/75j66r7HOt73wmDw2j7GthZ8IIIAAAggggAACCBRDYAcN40HlV8pwJVT+A0nfjbiONo5XKAQQyJ0AHUYAgWYLMIHY7E+A8yOAAAIIINB4gQt1yv7KNUqyvqKGCcr1yvJKPcqTWp/68MCba9mM54J+Vuf1XyqP0DJWvrPvmmuuifr27Rtrz+IL99F9dZ8D/fPYPEaPNbCZJgQaLMDpEEAAAQQQQACB3gmM0tsfVfw1DUO0DJXvSPTdiEO18SaFQgABBBBAAIEeCvR4ArGH5+NtCCCAAAIIIJANgT+pG7spnrzzXYdajdVOetWiHKGkXcnHll6sE/j7GLVoSHlCbZLO5Ee3atFW/fr1i6ZPn57puw7betr+p+9GdN89hsRWj9Fj9ZgTm3iJAAIIIIBA1wTYCwEEEGiywN46/28V/wHk2lqGqnI34qbaeLtCIYAAAggfMGF5AAAQAElEQVQggEAvBZhA7CUgb0cghwJ0GQEEEKgV8GMuB6jhTCVZH1PDj5VpygZKWrVk4kB+nOkpibZ6vfTdjx7zoNoTDBs2LHrwwQejgQMH1jbnat199xg8lkTHPVaP2WNPbOIlAggggAACCCCAQIEF8j60AzWAl5SfKl9VQlW5G3FrbbxXoRBAAAEEEEAgJQEmEFOC5DAIIIAAAgjUX6CuZzhWR/f3g/iRl1qN1Xp6dZ8yRvmk0ttaOnCAw9TWT6l33aAT+K48Ldpqm222iSZPnpyLR5a29bjjn36kqcfiMSX28pg99kQzLxFAAAEEEEAAAQQQyJTAJ9SbIxU/MeUnWq6ghKpyN6KfnOI/eAztQxsCORag6wgggEDzBZhAbP5nQA8QQAABBBDIisBj6sgmyn7KP5VkHayGmcouSm9qqcCbP6q2K5V6lidA/b2A1XN4ou3WW2+N+vTpU23L+0qfPn0ij8ljS4zFY7dBopmXDRHgJAgggAACCCCAAAKdCXxKG09QXlfOVpZRQjVOjb4b0V/H8LjWKQQQQAABBLIlUKDeMIFYoA+ToSCAAAIIIJCSwKU6Tn/lZ0qy/P2F49V4s7Ky0pPyI0tD7/Odjt8NbUihbR8dwxOgWrSVH/V5yy1+smfb66L99Ng8xsS4bGCLRDMvEUAAAQQ6EqAdAQQQQKCuAv56g9N1Bk8c/lDLJZRQVe5GHK2NzyoUAggggAACCNRZgAnEOgNz+MwJ0CEEEEAAga4J/Fm77an4u0R+p2WytlNDi3K00t3qaALRxzlPPxZX0qw1dLDLlGr169cvmjBhQqHuPKwO7sOVPn36tI7RY/2wqbKwhU0qr1kigAACCCCAAAJFFGBM2Rb4srrn3/3f0NJfp/B/WibrPTVU7kb0H8K9rNcUAggggAACCDRIgAnEBkFzGgQQQACB3grw/iYJ/ErnXU05VQnVmWp8RNlY6WqFHmFaea8nD39ceZHS8gIdJ/aM0quvvroQ33mocXVa/k5EjzWxky1skmjmJQIIIIAAAggggAACdRfw955forP8QTlUCf3bpL9OwXcj+rvTj9I+vjtRC6o8AowUAQQQQCALAqGLdBb6RR8QQAABBBBAIFsCJ6o7ayq/VpK1jhomKxcr/u4SLTqtz3e6NYr21vZBShrlOyTXrz3Q2LFjo4EDB9Y2FXrdY/WYE4O0iW0SzXV6yWERQAABBBBAAAEEyi6wugCuVGYq31dC5aeg+G5ETxyepB3+plAIIIAAAnkSoK+FEmACsVAfJ4NBAAEEEECgrgJP6eibK/4OvTlaJms/NfgfBPbQsrPq7A7EyvvGVVZ6sVxB7z1DqdaoUaOiffZx96tNpVjxmD32xGBtY6NEMy8RQACB+QKsIYAAAggg0EsB/+XedTqG/1viu1qGqnI34jLa6CecvK0lhQACCCCAAAJNFmACsckfQINPz+kQQAABBBBIQ+CnOogfPeSlVmPlycGfqeU2ZVUlVP6HgVB7bZsfm+pHGtW2dXf9ZL3Bj+vUIoqWWGKJ6Lzz/DUrrS9L98Njt0HNwG1jo5omVhFAAAEEEECgIAIMA4FmC2yoDkxUpivfVkLlPz703Yhf0cYxygcKhQACCCCAAAIZEWACMSMfBN1AAAEEOhdgKwKZE/AdiL6Vz3ck+q+Jkx3cWg2/U45Xaqtv7YsFrJ+i7V9QelJD9KZRSrXOOOOMUnzvYXXAiRV/H6INEs02Gpxo4yUCCCCAAAIIIIAAAj0V+KbeeKcyVdlWCZX/+8F3Iw7QxssUKibACwQQQAABBLIhwARiNj4HeoEAAggggEBeBfydiP5uRH9HYmgMp6rxCWUzxeU7FL3sShbTTj9RelKH175p8ODBzXt0aW1HmrzuR5naItGNIxKveYkAAggggAACCCCAQHcFRugNnjT05KEnEfWyXT2sFt+N6P9+uErrFAIIIFAsAUaDQMEEmEAs2AfKcBBAAAEEEGiSgCcK/djRXwXO738g8ETjWG1bSelO7aidN1K6U+toZ/8DhhZtdcwxx7St8DMKWNjKZugggEBCgJcIIIAAAgggsECBkdrDE4O3aOnHlmrRrjyx6N8519OWCQqFAAIIIIAAAjkQKNMEYg4+DrqIAAIIIIBArgX8yFI/unRPjeLPSrL8yFN/P2KyfUGvL9cOCyldrdG1O2600UbRlltuWdtU6nVb2CSBEDNLbOMlAggggAACeROgvwggUH8BP4L0SZ3mF8ogJVSVuxGHaeNtCoUAAggggAACORJgAjFHHxZdRaC8AowcAQRyJuBJwv7q86VKsvxY0mTbgl4vrx2OVrpSn9FOnsDUoq0OOOCAthV+VgUCJjazXXUfVhBAAAEEEEAAAQQQCAh8X20zlSuVNZRQVe5G3EIb71K6UeyKAAIIIIAAAlkRYAIxK58E/UAAAQQQQKBYAv/UcPaLomgTLR9Telsn6wArKAuqXbRDH6W1+vXrF2233Xat6/yYL2AT28xviWxmu5omVhFAAAEEEEAAAQQQaBXwvx8eqrU/KJco/ZRQVe5G9C/g94d2oA0BBAoswNAQQKBwAv4FoHCDYkAIIIAAAgggkBmByeqJv1/vXi17W5d14QD+zsTqbrvuumt1nZW4QMAmZhffm1dlFGDMCCCAAAIIIFB6gU9K4BjldeU85ctKqCp3I35HG2coFAIIIIAAAgjkSKCjrjKB2JEM7QgggAACCCCQhsAQHaRF2VjpbQ3XAXZSOqpltWF9pVojR46srrMSFwjY2M6G8R15hQACCCCQNwH6iwAC+RLwJJ0n3rLU6yXUmVMUTxyeoeXnlVBV7kbcSxufVigEEEAAAQQQKJAAE4gF+jAZSlEFGBcCCCCQS4HF1Wt/F+KDWq6spFUX6EAdfY/i5tpWrcGDB0crrNCVp55W31KqFdvYKDHomGFiGy8RQAABBBBAAAEE0he4WodcSYmiqOk/l1EPzlY8cXiilp9WkvU/NVTuRtxf6y8oFAIIIIAAAggUUIAJxAJ+qAwJAQQQQCAjAuXtxu4a+ovKHkra9QUd8FQlVLG7HDffnLmwEFJtW8AoZli7L+sIIIAAAggggAACqQvspyPuoPxXaWb5r+5+og78STlS+YSSrLlq8N2IS2t5uPJHhUIAgYoASwQQQKCAAkwgFvBDZUgIIIAAAgg0ScD/8DBN575K+ZxSrzpAB15NSdbQ2obhw/3E09oW1pMCAaOYYXL/Mr1mrAgggAACCCCAQJ0Fvq7jj1FcvqvPy0ZnVZ1wnPKScqASqr+q8QTFdycep+WbCoUAAggggEBhBBhIxwJMIHZswxYEEEAAAQQQ6JqA/0L5ZO36rLKeUu/6qE5wpdJHqZQnL5eqvFh00UWjgQMHVl6y7EDARraq2WxDW9Y0sYoAAgjkSoDOIoAAAnkQ8HcM3qaOflxxNXoCcW2d9OfK75TvKaGq3I3oOw5P0w7/UigEEEAAAQQQKJEAE4gl+rDzOVR6jQACCCCQcYEN1T//w8NJWi6kNKr8jx5715xszZr1aJ111ql9yXonAgGrmGUnb2UTAggggAACCCCQokBpDuU/grtJo/UdfVq0VqMeYTpEZ7tReVTZVQlV5W7EZbXxHOV9hUIAAQQQQACBEgowgVjCD50hI4AAAg0R4CRFF/BfTftRpVM10JWUZtTZOmlfxbWKf1Sy+uqrV1ZZLkAgYBWzXMDb2YwAAggggAACCCDQPQH/4Z3/CK/2XfW+A9HP9v+VTvig4u9c1KJd+Y8CfTeif7e/qN1WGhDoTIBtCCCAAAKFFGACsZAfK4NCAAEEEECgrgL+a+UXdIbdlWbW4jq5JxG1iFb0j0r69+9fWWW5AIGA1YoLeAubEUAAAQQQQAABBHomsJne5glELWJVrzsQt9JZ7vkwXtdqu6rcjbiatlyuUAgggAACJRJgqAh0JsAEYmc6bEMAAQQQQACBWoGV9eI+xd+X8lkts1B7qBODlS8r1Vp++eWr66x0LhCwill2/m62IoBAxgToDgIIIIBAdgX8yNIJHXQv7TsQfZeh7zb0XYe++zB0Wm/3futq43iFQgABBBBAAAEEYgJMIMY4svaC/iCAAAIIIJApgRXUm18oJytjlduUGcorSjNrnE7+BaVayyzjf5+pvmSlE4GAVcyyk7eyCQEEEEAAAQRSE+BABRf4uMbn3539BA2ttqu0JhD9pJDHdHR/z6G/71Cr7cp3JPpuxPW15WaFQgABBBBAAAEEggJMIAZZaEQAAQR6KcDbESimwJ0alicOT9FyX2WEMkhZTumjfEYZoAxTvqMcpvgRo75j8W6tP6PMVtIuf2ffF2sP2rdv5asRa1tZDwkErPz9lqFdaUMAAQQQQAABBBDomcBP9LavKx1VbycQ/d2F/g5D/97d0XkqdyNuqk5MUqi0BDgOAggggAACBRVgArGgHyzDQgABBBBAoAkC/9A5ZypTFd+peL6WRyn+rkR/38vqWl9S8WSjbxH0P25sodd7KccpFyk3KQ8pLylzla7WJ2t3XGyxxWpfdmu9bDsHrBYtmwHjRQABBBBAAAEE6iiwi47tP77TosN6v8MtnW84UJv9e7OfyLGq1kN1gxp9N+LWWt6rUAgggAACHwqwQACBzgWYQOzch60IIIAAAgggUB+B13XYJxTf1Xillmco/geQHbUcqqykeBbw/7RcUfE/enib9zlNr69Q/JfT07V8QYnVQgstFHvNi44FAlaf6HhvtiCQaQE6hwACCCCAQNYE/HSOrny/YHfuQPTvakdqoH9SfGejv2ZAq+2qcjfiztoyTaEQQAABBBBAAIFuCWR4ArFb42BnBBBAAAEEECimwNsa1izF/+jhuxN9l+IJer234u9u+YaW/ZR5CoUAAggggAACuRSg0wgUUsBPdfhlF0f2QRf2+7T2OVHxH+L5awL8RA+9bFeVuxH9FBD/wV67HWhAAAEEEEAAAQS6IsAEYleU2AcBBLonwN4IIIBA4wX+U3vK9957r/Yl650IBKxilp28lU0IIIAAAggggAACHQtcp01+koYWC6zO7kD8vN7tp3V44tDfRd7R91VX7kYcrf2fUxpTnAUBBBBAAAEECivABGJhP1oGhgACCCCAQPcFcvyOubV9f+utt2pfst6JQMAqZtnJW9mEAAIIIIAAAgggEBY4Qs3fUrpa/w3s+GW1nad44vAYLT+pJOtdNVTuRjxY6y8rFAIIINAlAXZCAAEEFiTABOKChNiOAAIIIIAAAnkQmFPbydmzZ9e+ZL0TgYBVzLKTt7IpWwL0BgEEEEAAAQSyIeBH7J/Zza7U3oHox/Nfovf/QTlUCf3b3T/U7rsR/RjTo7TuSUYtKAQQQAABBBAogUDDhhj6JaRhJ+dECCCAAAIIIIBASgJ/rj3Oa6+9VvuS9U4EAlYxy07eyiYEEEAAgVQEOAgCCBRIwI8bvUXj+ZjSnfIE4hp6w5XKTOX7Sqj8e5rvRlxaG09W/qZQs0ByrQAAEABJREFUCCCAAAIIIIBAXQSYQKwLKwcttQCDRwABBBBohsArtSd9+WWe3lTr0dl6wCpm2dl72YYAAggggAACCJRaID54Txp68tCTiPEtC351pHZ5UvmuEqrK3YieODxLO7yjUAgggAACCCCAQF0FmECsKy8HRwABBBDIkwB9zbXAS7W9nznTf7hd28J6RwIBq5hlR++jHQEEEEAAAQQQqIPACjrmDsqJys+V+5UW5a+Kv+/vAy0dr7vN27yP9/V7/F4fQ7s1vPzYUj++tCcn3rCDNz2vdt+N+BUtxyjzFAoBBFIQ4BAIIJArAV/bfY33td7XfF/7/TuAfxfw7wT+3cDxutu8zft4X7/H7/UxcjXoLHSWCcQsfAr0AQEEEEAAAQR6K/Bc7QGefvrp2pesdyIQsIpZdvLWLG2iLwgggAACCCCQT4Fl1e19lOsVf4+f/5DpRq37+/121XJ9ZWVlCWUhpc+H8brbvM37eF+/x+/1MXwsH9PH9jn0trrW1jr6EUpa5bsR99DBVlEuUygEEEAAAQTKJOBrt6/hvpb7mu5ru6/xvtb7mu9rv38H8O8C/p0gq78f5P4zYwIx9x8hA0AAAQQQQAABCfgfWbRoq0cffbRthZ8LFAhYxSwXeAB2QAABBHolwJsRQKCEAp/RmA9QfGfAH7Ucq+ykLKWkVT6Wj+lj+xw+l8/pc6d1jspxltfKeCWNelgHGamspVytUAgggAACCJRFwNdoX6t9zfa129dwX8t9TU/LwMfyMX1sn8Pn8jl97rTOUajjMIFYqI8zA4OhCwgggAACCDRHYJZO+4bSWnPnzo1mzJjRus6PjgVsZKuaPWxoy5omVhFAAAEEEEAAgYBA95vW0VsuV+YoFyq+e0CLhpTP5XP63O6D+5LWiW/TgRZT0qjf6yC/VCgEEEAAAQTKIuBrsq/Nvkb7Wu1rdqPG7nP5nD63++C+NOrcuTgPE4i5+JjoJAIIIFB/Ac6AQAEEHqwdw+TJk2tfsh4QCBjFDANvoQkBBBBAAAEEEOiuwGC94RblEWUvxY8Z06J9LbrootFGG20UHXLIIdFll10W3X333dGzzz4bvfnmm9E777wTffDBB63xutu8zft4X7/H7/Ux2h+52uJzuw/ui/s0pLqlZyvX6G1fVdKq7+hAjyv+zkMtKATqI8BREUAAgQwIFPn3gwzwptMFJhDTceQoCCCAAAIIINB8gXtru3DnnXfWvizyeo/HFjCKGfb4wLwRAQQQQAABBBCIohWE4Am2h7QcoQRr8ODB0WmnnRZNnz49euutt6IpU6ZE559/fjR69Ohok002iVZZZZWob9++0cILLxz16dOnNV53m7d5H+/r9/i9PoaP5WP62MGTtjWO0MJ/POU+uq962a0arb1HKWnXAB3wacXfq6gFhQACCCCAQFWgCCu+5vraW9TfD4rwGVXHwARilYIVBBBAAAEEEMi5QGzGcNq0adGsWTyNs6PP1DY2SmyPGSa28RIBBFIX4IAIIIBAYQWO1sheVIITbP369WudNHzppZeihx56KDruuOOigQMHavd0ysfyMX1sn8OTiT5nB0d3H91X97mDXdo1f10tfuSZFnUpPxL1Nh35bOWjCoUAAggggEARBHyt9TXX19524/G12tdsX7t9Dfe13Nf0djv2sMHH8jF9bJ/D5/I5Ozic++i+us8d7FL8ZiYQ0/yMORYCCCCAAAIINFPgVZ38AaVaEyZMqK6zEhcI2NjOhvEdeYUAAggggAAC7QVo6UhgDW24XzlT6aPEyo8Yvfnmm6OZM2e2ThqusIJvQojtkvoLn8P/WOhz+tzuQ+Ak7qv7fL+2eQxadFiLa4sn9z6uZb3rSJ3Av6P11ZJCAAEEEEAgrwK+tvoa62utr7mxcfja7Gu0r9W+ZvvaHduhDi98Dp/L5/S53YfAadxX99l99xgCuxS7iQnEYn++jA4BBLoowG4IIFAYgRtrR3LNNX4qRm0L6xWBgE3MrrIfSwQQQAABBBBAoIsC+2i/J5T1lVj5UaK333576+NJt9tuu9i2Rr7wuf2YU/fFfQqc2333GDyWwObI/5B4vTYsozSq1tOJnlHWVagUBDgEAggggEBDBXxN9bXV19jYiX0t9jXZ12Zfo2MbG/jC53Yf3Bf3KXBq991j8FgCm4vbxARicT9bRoYAAggggEAZBJJjvFYN85TWamlpiSZOnNi6zo/5AjaxzfyWyGa2q2liFQEEEEAAAQQQ6LLAGO05VvEEmxZttcQSS0Rjx45tfUzplltu2daYgZ/uix9f5r65j4kueQwei8eU2BSdoIZNlUbXF3TCGcrBCoUAAgiUVYBx50/A11JfU31trfbe115fg30t9jW5uqHJK+6L++S+uY+J7ngMHovHlNhU3JdMIBb3s2VkCCCAAAIIlFHg7xr0lUq1Lrroouo6K20CAROb2a5tB34i0BABToIAAgggUAABP8bzFo2j3cTWqFGjoueffz7aZ5/s/rG+++Y+uq8aQ7I8Jo/NY/S24fpxitLM8j9a3qAO/J9CIYAAAgggkFUBXzt9DfW1NNZHX3N97fU1OLYhQy/cN/fRfQ10y2Py2DzGwOZiNaU3gVgsF0aDAAIIIIAAAvkV8F+EVXs/derUaNKkSdXXZV+xhU0SDjGzxDZeIoAAAgggEBfgFQJtAp/VYrIyQomV/3Lfj0vv2zf7X93nPrqv7nNsEG0vPDaPsb9e/kLJQu2oTjym9FMoBBBAAAEEsiZQpt8PPNas+afaHyYQU+XkYAjkU4BeI4AAAgUTeFTjuVWp1plnnlldL/tKwMJWNis7DeNHAAEEEEAAga4L+B/M/Bda/k6g6rv69esXTZ8+PdN3HVY7m1jx3Qbuu8eQ2OQx+vGhn0u0N/OlJzQ9ibhDdzvB/ggggAACCNRRoGy/H/h3IY+5jqTNPTQTiM315+wIIIAAAgj0RoD3dixwTu2madOmRePGjattKuW6DWyRGPy5ide8RAABBBBAAAEEOhPwI7v86K5BtTsNGzYsevDBB6OBAwfWNudq3X33GDyWRMc/pdf/Ujxp96SWzyjPKjOVF5WXlVeUPylvKG8qf1P+qcxV3lHSrkV1wBuV8xUKAQSKL8AIEci6QBl/P/DvQv6dyGPP+ufTo/4xgdgjNt6EAAIIIIAAAhkXmKb+jVeqdeyxx0azZ8+uvi7bisdug8S4bfRQoo2XDRHgJAgggAACCORWwN/B57vyqgPYZpttosmTJ0d+HGi1MacrHoPH4jElhuBJRE8QrqX21ZWvKgOUlZUVlOWUZZWllc8rSyiLK4spn1T6BOJ2b/d+3n9J7eP3+zg+no/r4/s8Pp/P6/Ovo/2+oQxR/A+XWbo7Ul2iEEAAAQRKKFDW3w/8O5HH3slHnt9NTCDm97Oj5wgggAACCCDQucDJ2jxPaa05c+ZEhx12WOt6GX947DaoGbttbFTTxCoCCCCAwAIF2AGBcguM0fD9vYBatJUn2m699daoTx/Pj7W15f1nnz59Io/JY0uMxWO3QaK5xy99Z6LvUPSdir5j0X/t5jsYPVHpOxp9Z6PvcPSdjr7j0Xc++g5I3wk5XWf1H809oOVfFQoBBBBAAIFmCfja6Gtk9fy+hvpa2qcPvx9UUXK4wgRiDj80upyuAEdDAAEEECiswCyN7FilWuPHjy/lo0z96FKPvQrRtmIbG7W94icCCCCAAAIIINC5wD7afLBSLT/q85ZbfANctSnTK93tnMfmMSbeZwNbJJp5iQACCCCAQCkFfE30tbE6eF87fQ2tNhRsxWPzGBPDsoEtEs35fskEYr4/P3qPAAIIlFmAsSPQFYGztJP/KluLtho9enQ0Y8aMthcl+OmxesyJodrENolmXiKAAAIIIIAAAkGBNdR6mVKtfv36RRMmTCjUnYfVwX240qdPn9YxeqwfNlUWtrBJ5TVLBBCorwBHRwCBbAr4WuhrYrV3vmby+0GVI/crTCDm/iNkAAgggAACCCCwAAH/FZgf11ndbffddy/F9yH6ew891urA21ZsYZO2V035yUkRQAABBBBAIGcCF6i/sWeQXX311YX4zkONq9PydyJ6rImdbGGTRDMvEUAAAQQQKJWAr4W+JlYH7Wumr53VhqiYax6jx5oYnS1skmjO70smEPP72dFzBBBAAAEEEOiawFPabV+lWi0tLdHIkSOjefM8l1ZtLtSKx+YxeqyJgdnCJolmXiKAAAJdEGAXBBAoo8DRGvT6SrXGjh0bDRw4sPq66Cseq8ecGKdNbJNo5iUCCCCAAAKlEPA10NfC6mB9rfQ1s9pQ8BWP1WNODNMmtkk05/MlE4j5/NxS6zUHQgABBBBAoCQC4zTO2F+BTZkyJdp2223VXMzy2DzGxOhsYItEMy8RQAABBBBAoOgCPRzfCnrfGUq1Ro0aFe2zT+G+4qc6vo5WPGaPPbHdNjZKNPMSAQQQQACBQgv42udrYHWQvkb6WlltKMmKx+yxJ4ZrGxslmvP3kgnE/H1m9BgBBBCwAEEAge4LHKK33KpU67bbbotGjBhRqDsRfeehx+SxVQfatuKx26DtFT8RQAABBBBAAIEFC5ysXfw4Li2iaIkllojOO++81vUy/vDYbVAzdtvYqKaJVQRSF+CACCCAQNYEfO3zNbC1X742+hrZ+qKEPzx2G9QM3TY2qmnK5yoTiPn83Og1AggggAACCPRMYCe97QGlWp5oGz58eAO/E7F66tRXZs+eHXksHlPi4B6zx55o5iUCCCCAAAIIINChwBBtGaVU64wzzijF9x5WB5xY8fcd2SDRbKPBiTZeIoAAAgggEEVRIRH4/SDxsRb59wMmEBMfNi8RQAABBBBAoNAC72t0fm7pdC2r5Ud9Dh06NJoxY0a1LW8r7rvH4LEk+u6xeswee2ITLxFAoFsC7IwAAgiUS+Dw2uEOHjy4lI8urTXwuh9VZguv1+SImvWsra6VtQ7RHwQQQACBXAvw+0Hg48vh7weBUbRvKvUEYnsOWhBAAAEEEECgBAJ/0xi3VHxXnhZt1dLSEg0aNCgaNy5/XxHoPrvvHkPbaKo/PUaP1WOuNrKCAAIIIIBA2QQYb7cF1tE7RijVOuaYY6rrZV8JWNjKZlmi2USdmaZspFAIIIAAAgikIeBrna951WMFronVbWVbCVjYyma5pWACMbcfHR1HoNQCDB4BBBDorYAn1IbrIP5eQC3m1+jRo6Ndd901F4809SNL3Vf3ef4Iqmsem8fosVYbWUEAAQQQQAABBLogMLp2n4022ijackv/TVJta3nXbWGThEDMLLGtkS/9+99DOuHdysrKJUqei74jgAACCGRHIHat87XQ18TsdK+5PbGFTRK9iJkltmX+JROImf+I6CACCCCAAAJFEsjUWPxITz/a84Jkr8aPHx8NGDAg03cj+q5D99F9TfZfrz0mj81j1EsKAQQQQAABBBDossBntOeeSrUOOOCA6jorbQIBE2fx1k4AABAASURBVJvZrm2Hxv/cWKd8ULlHqXwn49laf0ehEEAAgSYIcMqCCfga52tddViBa2F1W1lXAiY2s10uSZhAzOXHRqcRQAABBBBAIEWBQ3Qs/0XYPC2rNWfOnMh39g0ZMiSaNGlStb3ZK+6L++S+uY+J/ngMHovHlNjESwR6KcDbEUAAAQTKIrCLBtpHaa1+/fpF2223Xes6P+YL2MQ281sim9mupqkhq8N0Fj+2frKWQ5RK/VUrFykUAggggAACaQj4GudrXeuxfA30tbD1BT+qAjaxTbUhatrvB1Gv/t+Hb2YC8UMIFggggAACCCBQagF/8eFaEvA/vmgxv6ZNmxZttdVW0bBhw6KJEyfO39DgNZ/bfXBf3KfA6d13j8FjCWymCQEEEECgrAKMG4FuCuxYu78fl177mvX5AgGbmN38Peuy5u82vF9HvlcZqiTrHDVw96EQKAQQQACBVARi17jANTCVkxThIAGbmF2exsgEYp4+LfqKQJsAPxFAAAEE6iPwlA67gXKM4jv5tJhfU6dOjbbffvuof//+0emnnx7NmjVr/sY6rfkcPpfP6XO7D4FTua/us/vuMQR2oQkBBBBAAAEEEOiSwLLaa32lWiNHjqyusxIXCNjYzobxHXv+KvTOyh2HU7TR59OiXc1Ry4UKhQACCCCAQBoCvrbFrjmBa2Aa5ynEMQI2trNh7sbHBGLuPjI6jAACCCCQXwF6nhOBs9TPlZTxSrtqaWmJjj/++GjFFVeM/ChRT/DNmDGj3X49bfCxfEwf2+fwuXzODo7nPrqv7nMHu9CMAAIIIIAAAgh0WWDz2j0HDx4crbDCCrVNrNcI2MZGNU1ejRm6IaX48aT+jsOO7jisPY3vPny7toF1BBBotADnQ6BQArFrm699vgYWaoQpDsY2NkocMmaY2JbZl0wgZvajoWMIIIAAAggg0EQB3164q87vx0HdqmWw/ChRT/ANGjQoWmyxxVofc3rooYdGY8eOje65557oueeei2bPnh29++670bx581rjdbd5m/fxvn6PH0/qY/hYPqaPHTxpW6P75H9Ech/d17ZWftZPgCMjgAACCCBQDoGNa4e5+ea5/Leu2iHUfT1gFDNMoQP+nW+qjuPJQ69rtdP6h7by3YdCoBBAAAEEUhOIXdsC177UTpSJA6XQiYBRzDCFUzTkEEwgNoSZkyCAAAIIIIBATgUeUr+3VdZVrlD8uFAt2tfcuXMjP2J0zJgx0b777httuumm0aqrrhotueSS0SKLLBJ95CMfaY3X3eZt3sf7+j1+r4/R/sjVFp/bfXBf3Kdp1S2sIIAAAgh0KMAGBBDolsDQ2r2HDx9e+5L1gEDAKGYYeEtXmzxZ6LsNPXG4YVffpP3OVuYqFAIIIIAAAmkJxK5tgWtfWucpzHECRjHDvAyUCcS8fFL0syLAEgEEEEAAgWYIPKqT7q0soRyoPKA0qnwun9Pndh/cl0adm/MggAACCCCAQHkE/KzSpSrDXXTRRaOBAwdWXjZjmYtz2shWNZ21oS1rmrq1Wjtx6O877M6bffch333YHTH2RQABBBBYkICvab62te7na56vfa0v+NGhgI1sVbODDW1Z05T9VSYQs/8Z0UMEEECgIAIMA4FCCPxdo/AjoTbQ8kvKaOUG5Q0lrfKxfEwf2+fwuXxOnzutc3AcBBBAAAEEEEAgKbBmbcM666xT+5L1TgQCVjHLTt5au2mQXkxWfMdhdycO9bbWOlc/uftQCFSzBTg/AggUSCB2TQtc8wo01HSHErCKWaZ7tvocjQnE+rhyVAQQQAABBBAovsCrGuI4ZWdlaWVFZUflJOUaxXcOvqDlHOU9xY8gdbzuNm/zPt7X7/F7fQwfy8f0sX0OvbXJxekRQAABBBBAoAwCq9QOcvXVV699yXonAgGrmGUnb/UmTxzeo5WHld58P5LvPhyjY1AIIIAAAgj0XKD9O2PXtMA1r/07aGkVCFjFLFt3yvgPJhAz/gHRPQQQQAABBBDIjcAs9fQm5YfKborvHOyn5eeUhRX/3uV43W3e5n28r9/j9/oY2pVCAAEE0hHgKAgggEA3BPyHTNXd+/fvX11npXOBgFXMsoN3e+Lwbm3zxGEaXzZ5no7F3YdCoBBAAAEEUhWIXdMC17xUT1akgwWsYpZ5GKv/ESsP/aSPbQL8RAABBBBAAAEEEEAAAQQQQACB4gs0Y4Rfrj3p8ssvX/uS9U4EAlYxy8RbPXF4l9o8cbiJlmmU7z48P40DcQwEEEAAAQQSArFrWuCal9idlxWBgFXMsrJflpdMIGb506FvCCBQIAGGggACCCCAAAIIIIAAAghkWuALtb1bZpllal+y3olAwCpm+eFb19by14onDjfVMs3yo0u5+zBN0V4dizcjgAAChRKIXdMC17xCDTbNwQSsYpZpnqtex2ICsV6yHBcBBBBAAAEEiiHAKBBAAAEEEEAAgXIILFE7zL59+9a+ZL0TgYBVraUnDu/U2x9VNlPSLk8cnpv2QTkeAgggUEoBBh0SqL2mRYFrXug9tEkgYBWz1C6ZLyYQM/8R0UEEEEAAAQQQQAABBBDoiQDvQQABBBDolsCitXsvtthitS9Z70QgYGVLTxxO0ts8cfhNLetVPtdbOvg8EmEQYcD/P+B/A/xvIPX/DcQmvQLXPJFTIYGAla/ZoV0z25anCcTMItIxBBBAAAEEEEAAAQQQQAABBBBITYADNUfgE7WnXWihhWpfst6JQMDKeJ443KKTt7EJAQQQQACB3AkErnm5G0OjOhywiv2u1ah+9OY8TCD2Ro/3IoBAFwXYDQEEEEAAAQQQQAABBBBAAAEEii/ACBFAAAEEEECgKAJMIBblk2QcCCCAAAII1EOAYyKAAAIIIIAAAgiUReA/tQN97733al+y3olAwMp46+stUxQKAQQQyIcAvUSgCwKBa14X3lXOXQJWsd+18qDCBGIePiX6iAACCCCAAAIIIIBANwXYHQEEEEAAgW4KzK3d/623/LV6tS2sdyQQsLLlg9p/Y2Wo8pBSr/K5/IWVfXQCEkUYYMD/BvjfAP8bSPd/A3Oimv8XuObVbGW1ViBg5Wt27S6prdfrQEwg1kuW4yKAAAIIIIAAAggggAACCCDQfQHegUCzBGL/QDh79uxm9SN35w1Y1Vp68tCTiBtpYPcradeiOuDhCoUAAggggEA9BGqvaVHgmlePcxbimAGrmGUeBskEYh4+JfqYcwG6jwACCCCAAAIIIIAAAggggEDmBf5c28PXXnut9iXrnQjMt6ruFLP8sPU+LTdUPJH4gJZp1iE6mCcStaAQQAABBBBIVSB2TQtc81I9WZEOFrCKWeZhrEwg5uFToo8IIIAAAs0R4KwIIIAAAggggAACCJRH4JXaob788su1L1nvRCBgFbNMvNUTiRuobZiS1kTi4jrWoQqFAAI9FeB9CCDQkUDsmha45nX0vtK3B6xilnkAYgIxD58SfUQAAQQQQAABBBDolgA7I4AAAggggEC3BV6qfcfMmTNrX7LeiUDAKmbZwVunqj3NicTDdDzuQhQChQACCCCQqkDsmha45qV6sp4cLKvvCVjFLLPa79p+MYFYq8E6AggggAACCCCAAAIIIIBAMwU4NwIINE/gudpTP/3007UvWe9EIGAVs+zkrd5UmUjcWC8eVHpavgvx4J6+mfchgAACCCDQgUDsmha45nXwNpoDVjHLPAgxgZiHTynXfaTzCCCAAAIIIIAAAggggAACCCCQA4Ena/v46KOP1r7swnp5dwlYxSy7KDNF+62v9GYi8Qi9n7sQhUAhgAACCKQmELumBa55qZ2oaAcKWMUs8zBeJhDz8CnRRwQQQKAZApwTAQQQQAABBBBAAAEEyiQwS4N9Q2mtuXPnRjNmzGhd50fHAjayVc0eNrRlTVO3VisTicP1roeU7pTvQjygO29gXwRaBfiBAAIIdCzga5qvba17+Jrna1/rC350KGAjW9XsYENb1jRlf5UJxOx/RvQQAQQQQAABBBDolgA7I4AAAggggAACPRSIPUJz8uTJPTxMed4WMIoZ9kLiXr13qNLdicSj9J5FFAoBBBBAoAQCDRpi7NoWuPY1qBv5OU3AKGaYl5EwgZiXT4p+IoAAAggggAACCCCAQNEFGB8CCCDQbAFPWlX7cOedd1bXWQkLBIxihuF3davVx6tMJE7rwjt9F+JBXdiPXRBAAAEEEOiqgK9F1X0D177qNlbaBAJGMcO2vbL/kwnEun5GHBwBBBBAAAEEEEAAAQQQQAABBIovUJgRxmYMp02bFs2albunbTXsw7CNjRInjBkmtvXmpf/hcYgOsJmyoGfLHq59uAtRCBQCCCCAQCoCsWubr32+BqZy5AIexDY2SgwtZpjYltmXTCBm9qOhYwgg0FQBTo4AAggggAACCCCAAAIIlE/gVQ35AaVaEyZMqK6zEhcI2NjOhvEd0311tw43SNlE6eiOxL7axnchCqFLxU4IIIAAAgsS8LXN17jqfoFrYHVb2VcCNrazYe5omEDM3UdGhxFAAAEEEECgMwG2IYAAAggggAACCPRK4Mbad19zzTW1L1mvEQjYxOxqdq3Hqr+g0nckbqqD/0ZJ1g/UwF2IQqAQQKC4AoysoQKxa1zgGtjQzmT5ZAGbmF2W+57sGxOISRFeI4AAAggggAACCCCAQDMEOCcCCCCAQDYErlU35imt1dLSEk2cOLF1nR/zBWxim/ktkc1sV9PUkNV7dJbBSnIi8XNq20+hEEAAAQQQSEPA1zhf61qP5Wugr4WtL/hRFbCJbaoNUdN+P6jpQs9X6ziB2PNO8U4EEEAAAQQQQAABBBBAAAEEEMiLAP0smMDfNZ4rlWpddNFF1XVW2gQCJjazXdsOjf9ZmUj0dyQ+/OHpj9aSuxCFQCGAAAII9FrA1zhf66oHClwLq9vKuhIwsZntcknCBGIuPzY6jUCdBTg8AggggAACCCCAAAIIIIBAmQXG1g5+6tSp0aRJk2qbSr1uC5skEGJmiW2NfOnvSFxPJ/RE4otajlY6LrYggAACCCDQdYHYtc7XQl8Tu/72Yu9pC5skRhkzS2zL/EsmEDP/EdFBBBBAAAEEui7AnggggAACCCCAAAIIpCDwqI5xq1KtM888s7pe9pWAha1sliWaykTifVnqFH1BAIH0BDgSAk0Q8LXO17zqqQPXxOq2sq0ELGxls9xSMIGY24+OjiOAAAIIIIAAAggUSIChIIAAAgggkDWBc2o7NG3atGjcuHG1TaVct4EtEoM/N/E6Sy+fylJn6AsCCCCAQO4F+P0g8BF28/eDwBGy2cQEYjY/F3qFAAIIIIAAAggggAACCCCQCwE6iUBhBaZpZOOVah177LHR7Nmzq6/LtuKx2yAxbhs9lGjjJQIIIIAAAkUV4PeDxCdb5N8PmEBMfNi8RCCCAAEEEEAAAQQQQAABBBBAAAEELHCyfsxTWmvOnDnRYYdLlDTPAAAQAElEQVQd1rpeiB/dHITHboOat9nGRjVNrCKAAAIIIFB4AV/7fA1sHaivjb5Gtr4o4Q+P3QY1Q7eNjWqa8rnKBGI+Pzd6jQACCCAQEKAJAQQQQAABBBBAAAEEUhWYpaMdq1Rr/PjxpXyUqR9N5rFXIdpWbGOjtlf8RACBhglwIgQQaKqAr32+BlY74Wukr5XVhpKseMwee2K4trFRojl/L5lAzN9nRo8RQAABBBBAAIGiCTAeBBBAAAEEEMiuwFnq2gNKtUaPHh3NmDGj+rroKx6rx5wYp01sk2jmJQIIIIAAAqUQ8DXQ18LqYH2t9DWz2hBeKUyrx+oxJwZkE9skmvP5kgnEfH5u9BoBBBBAAAEEEEAAAQQQyIAAXUAAgZIIHKxx+nFcWrTV7rvvXorvQ/T3GnmsbaOu/rSFTaoNrCCAAAIIIFBCAV8LfU2sDt3XTF87qw0FXfEYPdbE8Gxhk0Rzfl8ygZjfz64+PeeoCCCAAAIIIIAAAggggAACCCBQfIHujfAp7b6vUq2WlpZo5MiR0bx5/reyanOhVjw2j9FjTQzMFjZJNPMSAQQQQACBUgn4WuhrYnXQvmb62ulraLWxYCsem8fosSaGZgubJJrz+5IJxPx+dvQcAQQQiAnwAgEEEEAAAQQQQAABBBCoo8A4HfsCpVpTpkyJtt122+rroq14bB5jYlw2sEWimZcINE6AMyGAAAIZEvA10dfGapd87fQ1tNpQsBWPzWNMDMsGtkg05/slE4j5/vzoPQIIIIAAAgjkX4ARIIAAAggggAACeRE4RB29VanWbbfdFo0YMaJQdyL6zgKPyWOrDrRtxWO3QdsrfiKAAAIIINA9gaLu7Wujr5HV8fka6mupr6nVxpyveCwek8eWGIrHboNEc/5fMoGY/8+QESCAAAIIIIAAAggggEBTBDgpAgggUEqBnTTqB5Rq+R/Shg8fXojvRPR3GnksHlN1gG0rHrPH3vaKnwgggAACCCBQK+BrpK+V1TZfS31N9bW12pjTFY/BY/GYEkPwmD32RHMxXjKBWPs5so4AAggggAACCCCAAAIIIIAAAsUXYIS9EXhfb/ZzS6drWS0/ymvo0KHRjBkzqm15W3HfPQaPJdF3j9Vj9tgTm3iJAAIIIIAAAhLwNdLXSl8z9bKtfE31tdXX2LaW/P103z0GjyXRe4/VY/bYE5uK8ZIJxGJ8jowCgdILAIAAAggggAACCCCAAAIIINAwgb/pTFsq/qt7LdqqpaUlGjRoUDRuXP6+Ash9dt89hrbRVH96jB6rx1xtZKV5ApwZAQQQQCCzAr5W+prpa2e1k762+hrra221MScr7rP77jEkuuwxeqwec2JTcV4ygVicz5KRIIAAAgggkEcB+owAAggggAACCCCQTwH/g9lwdd3f+6PF/Bo9enS066675uKRpn4kmfvqPs8fQXXNY/MYPdZqIysIIIAAAj0S4E3lEPA109dOX0NjI/a11tdcX3tjGzL4wn10X93nQPc8No/RYw1sLk4TE4jF+SwZCQIIIIAAAggggAACDRTgVAgggAACCER+ZJcf3XVB0mL8+PHRgAEDMn03ou8qcB/d12T/9dpj8tg8Rr2kEEAAAQQQQKCLAr52+hrqa2nsLb7m+trra3BsQ4ZeuG/uo/sa6JbH5LF5jIHNxWqaP4FYrHExGgQQQAABBBBAAAEEEEAAAQQQCAnQhkD6AofokKOVeUq15syZE/kv94cMGRJNmjSp2t7sFffFfXLf3MdEfzwGj8VjSmziJQIIIIAAAgh0Q8DXUl9TfW2tvs3XXl+DfS32Nbm6ockr7ov75L65j4nueAwei8eU2FTcl0wgFvezZWQlEmCoCCCAAAIIIIAAAggggAACCDRZwF98uJb64O8E0mJ+TZs2Ldpqq62iYcOGRRMnTpy/ocFrPrf74L64T4HTu+8eg8cS2Nz8JnqAAAIIIIBAzgR8TfW11dfYWNd9LfY12ddmX6NjGxv4wud2H9wX9ylwavfdY/BYApuL28QEYnE/W0aGAAIIIJB9AXqIAAIIIIAAAggggECRBJ7SYDZQjlH8l/pazK+pU6dG22+/fdS/f//o9NNPj2bNmjV/Y53WfA6fy+f0ud2HwKncV/fZffcYArvQhAACCPRKgDcjUGYBX1t9jfW11tfcmIWvzb5G+1rta7av3bEd6vDC5/C5fE6f230InMZ9dZ/dd48hsEuxm5hALPbny+gQQAABBBBAAAEE6iLAQRFAAAEEEECgE4GztG0lZbzSrlpaWqLjjz8+WnHFFSM/Ksz/gDdjxox2+/W0wcfyMX1sn8Pn8jk7OJ776L66zx3sQjMCCCCAAAIIpCDga62vub72tjucr9W+Zvva7Wu4r+W+prfbsYcNPpaP6WP7HD6Xz9nB4dxH9/WsKOpgjxI0M4FYgg+ZISKAAAIIIIAAAggggAACCHwowAIBBBol4NsLd9XJhiq3KsHyo8L8D3iDBg2KFltssdbHnB566KHR2LFjo3vuuSd67rnnotmzZ0fvvvtuNG/evNZ43W3e5n28r9/jx4/5GD6Wj+ljB0/a1ug+DdGq++i+apVCAAEEEEAAgToL+Jrra+9QncfXYi3al6/hvpb7mu5ru6/xvtb7mu9rv38H8O8C/p2A3w/a+6XVwgRiWpIcp2kCnBgBBBBAAAEEEEAAAQQQQAABBDIr8JB6tq2yrnKF4seBadG+5s6dG/kRYmPGjIn23XffaNNNN41WXXXVaMkll4wWWWSR6CMf+UjkeN1t3uZ9vK/f4/f6GO2PXG3xud0H98V9mlbdwgoCCCCAAAIINFKA3w8aqd3DczGB2EM43oYAAggg0GsBDoAAAggggAACCCCAAALlEXhUQ91bWUI5UHlAaVT9Ric6WllZOVZ5VVlKWUZZVvmyspyyvLKi4keW9dNygLKq8lXla8oayprK15V1lIHKIGU9xXcz+m4Kf0+SXlIIIFAjwCoCCCDQkUAzfz/w7yL+ncS/m/h3FPelo36Wsp0JxFJ+7AwaAQQQQAABBBDojQDvRQABBBBAAAEEeizwd73zIsUTbV/ScrRyg/KGUq/yBJ+/d+lFneAvis/1upZ/Uv6o/EH5veLHqnmfF7Q+U3lO+Z3yW+Vp5UnlCeUx5RFluvKw4jsZH9TyTsUTk1pQCCCAAAIIFEGgYWNoxO8Hvv77dw7/7uHfQfy7iH8n8bkbNtA8nYgJxDx9WvQVAQQQQAABBBBAAAEEEOiNAO9FAAEEsiXgOwHHqUs7K0srvvtvRy1PUq5RfGeAJ/PmaP09xY8grUQvM1XPqje+M3GClhQCCCCAAAII9Fygp78f+HcF/87g3x38O4R/l/DvFP7dwr9j+HcN/87h3z18jp73sCTvZAIx5x803UcAAQQQQAABBBBAAAEEEEAAgeILlGSEvgPwJo31h8puiu8M8KNEP6f1hRX/O5bjR5G+rddZqZ+pI36kaYuWFAIIIIAAAgikK9DV3w/8u4J/Z/DvDv4dwr9L+HcK/27hY6TbqxIczb90lWCYDBEBBBDInAAdQgABBBBAAAEEEEAAAQQQ6JnAS3rbHkqzy5OYu6oTeyrvKBQCIQHaEEAAAQQQyKUAE4i5/NjoNAIIIIAAAgg0T4AzI4AAAggggAACCGRA4Eb14WKlWfW8Try2Ml6hEEAAAQQKKcCgECi3ABOI5f78GT0CCCCAAAIIIIAAAuURYKQIIIAAAkUTOFQDelxpdF2nE/r7Dj2JqFUKAQQQQAABBBAonkCuJxCL93EwIgQQQAABBBBAAAEEEEAAAQQQSArwGoEOBN5X+zbKP5RGlB9T6seV7qKTeV0LCgEEEEAAAQQQKKYAE4jF/FwZFQJZF6B/CCCAAAIIIIAAAggggAACCKQh8JoOsrMyT6lnvaiD+67Dn2lJdV2APRFAAAEEEEAgpwJMIOb0g6PbCCCAAAIINEeAsyKAAAIIIIAAAgggkDmBu9WjM5V6lR9ZuqYOziNLhUAhgEBZBBgnAgiUXYAJxLL/L4DxI4AAAggggAACCJRDgFEigAACCCBQbIETNLyHlTTrXR3se4ofWfpvLSkEEEAAAQQQQCD7Ain1kAnElCA5DAIIIIAAAggggAACCCCAAAL1EOCYCCDQJYEPtNcI5Q0ljfqTDrKucrlCIYAAAggggAACpRNgArF0HzkDzoAAXUAAAQQQQAABBBBAAAEEEEAAgfQF3tQh/X2IWvS6vqgjnKwMUXpavA8BBBBAAAEEEMitABOIuf3o6DgCCCCAQOMFOCMCCCCAAAIIIIAAAghkXOBB9e8oJY3aTgfx8W7VckOFQgCB0ggwUAQQQAABJhD53wACCCCAAAIIIIBA8QUYIQIIIIAAAgiUSeBsDfZuJa3aRgeaqtyuDFcoBBBAAAEEEMiqAP1KTYAJxNQoORACCCCAAAIIIIAAAggggEDaAhwPAQQQ6KGAH2X6Sg/e+2e9x5OFWrSrLdVyj/JrZTOFQgABBBBAAAEECivABGJhP9rMDoyOIYAAAggggAACCCCAAAIIIIBA8QWaPcJ/qANbK+8r3al3tPMwxZOFk7UMlScPPYno7d4vtA9tCCCAAAIIIIBArgWYQMz1x0fnEUAAgUYKcC4EEEAAAQQQQAABBBBAIFcCz6i3Byvdqcq/ld2hN22iVCYLtdquNlaLH2t6n5Z+zKkWFAJFEGAMCCCAAAIIRFHllyIsEEAAAQQQQAABBIoqwLgQQAABBBBAAIHyClyqod+kdLWS/1bm71LcXG+uTBZqtV1toJZblYeU7RUKAQQQQACB5ghwVgRSFEj+UpTioTkUAggggAACCCCAAAIIIIBAbwR4LwIIIIBAKgK76ygvKV2pjv6tbIre/C1lQ8WThVq0q8Fq8WTldC39HYxaUAgggAACCCCAQD4FOvqlKJ+jyX6v6SECCCCAAAIIIIAAAggggAACCBRfgBFmS+Btdcffh+ilVjutPp1ujaL7tX1bZYjiyUIt2tVAtUxQHlV2USgEEEAAAQQQQCB3Akwg5u4jo8MIINAcAc6KAAIIIIAAAggggAACCCCQY4Hn1fe9lQXVgiYQK++fppUdlUGKJwu1aFdrq2W88qSym0LlQoBOIoAAAggggIAFmEC0AkEAAQQQQACB4gowMgQQQAABBBBAAAEE2gR+ocVlSmf1sc42BrbNUNu3FU8WXqtlqNZQ49XKb5U9FQoBBBBAoB4CHBMBBFIVYAIxVU4OhgACCCCAAAIIIIAAAmkJcBwEEEAAAQTqIHCQjvmM0lF19Q7E5PsfV8MopTJZqNV29VW1XKH4bsh9tKQQQAABBBBAAIHMCjRyAjGzCHQMAQQQQAABBBBAAAEEEEAAAQRSE+BACGRZ4H11zt+H+A8tQ9Xbfyt7WgfdQ6lMFmq1XfVXy1jlRWU/hUIAAQQQQAABBDIn0NtfijI3IDqEAAL1EOCYCCCAAAIIIIAAAggggAACCBRG4BWN+18LIAAAEABJREFUZGclVGn9W9mzOri/c3GAlp4s1KJdraiWi5XfK74zUotmF+dHAAEEEEAAAQTaBNL6pajtaPxEAAEEEEAAgWwJ0BsEEEAAAQQQQAABBBAICdytxh8pyerpI0yTx6m8nqmVfZWVFE8WatGullPLBcoflcOUtPugQ1IIIFB4AQaIAAIIpCzABGLKoBwOAQQQQAABBBBAAIE0BDgGAggggAACCNRd4Hid4WGltj5a+yLF9Zd0rAOUryieLNSiXS2rlnOV15QjlY8rFAIIIIAAAggUXCCrw2MCMaufDP1CAAEEEEAAAQQQQAABBBDIowB9RgCB/Aj8V13dVpmjVKre/1b2B53oEMWThedp+YGSrKXUcLbiicRjtFxEoRBAAAEEEEAAgYYK1PuXooYOhpMhUB8BjooAAggggAACCCCAAAIIIIAAAgUV+IvGtYPyQRTpZxQ16t/K/qSzHa4so3iy8D9aJquvGs5QPJF4gpaLKhQCCCCAAAIIINAQgUb9UtSQwXASBBBAAAEEYgK8QAABBBBAAAEEEEAAAQQWLHCfdjlRcfXxjwbmzzrXUYonEj1Z+LbWk/UZNfxQeV05RVlcoRBAoFaAdQQQQACB1AWYQEydlAMigAACCCCAAAII9FaA9yOAAAIIIIAAAg0W8OTd3Tpns/6t7K8693HKFxVPFr6lZbIWU4MnOj2ReLrWP6dQCCCAAAII5FqAzmdXoFm/FGVXhJ4hgAACCCCAAAIIIIAAAgj0VID3IYAAAnkVmKeO76z4jkAtmlZ/15lPUnxHoicL/VovY+XvRDxWLZ5I/JGWX1AoBBBAAAEEEEAgVQEmEFPlLOLBGBMCCCCAAAIIIIAAAggggAACCBRfgBFK4B/KdkoWyncgnqqOeCLRk4WztZ6sj6vhB4q/I/FcLX33ohYUAggggAACCCDQewEmEHtvyBEQQACBbArQKwQQQAABBBBAAAEEEEAAge4KPNbdN9R5/3d0/DMVTyT6uxLf0Hqy/O97h6nxVWWMspxClUmAsSKAAAIIIFAHAf+CUYfDckgEEEAAAQQQQACBngrwPgQQQAABBBBAAAEEEgLv6/XZiicSD9fSk4VatKuD1fJ75SJlBYVCAAEEEMiwAF1DIMsCTCBm+dOhbwgggAACCCCAAAIIIJAnAfqKAAIIIIBAvQX8XY3n6SRfUiqThVptV/ur5SXlMqWfQiGAAAIIIIAAAt0SYAKxUy42IoAAAggggAACCCCAAAIIIIBA8QUYIQK5FPiJer28Upks1Gq7Gq2WmcrlyqoKhQACCCCAAAIIdEmACcQuMbETAgjkToAOI4AAAggggAACCCCAAAIIIFAOgUs0zJWUymShVtvVXmr5nXKVsrpSnGIkCCCAAAIIIFAXASYQ68LKQRFAAAEEEECgpwK8DwEEEEAAAQQQQAABBHokME7vGqBUJgu12q52V8tTynjl6wqFAAIINE2AEyOAQLYFmEDM9udD7xBAAAEEEEAAAQQQyIsA/UQAAQQQQACBbAhcqW6spuyheLJQi3a1i1oeU36hDFQoBBBAAAEEEEAgJtDJBGJsP14ggAACCCCAAAIIIIAAAggggEAhBRgUAggUVOBqjWtNZZTiyUIt2tVItUxXblTWUygEEEAAAQQQQKBVgAnEVgZ+IFAwAYaDAAIIIIAAAggggAACCCCAAALFF+jaCK/VbusolclCrbarHdQyTblFWV+hEEAAAQQQQKDkAkwglvx/AAwfAQQQQCBbAvQGAQQQQAABBBBAAAEEEKiTwPU67jeUymShVtvVCLXcr/xKGaZQCCBQJwEOiwACCGRdgAnErH9C9A8BBBBAAAEEEEAgDwL0EQEEEEAAAQQQyIvAzeroEKUyWajVdrWVWu5V7lQ2VSgEEEAAAQQQaBMozU8mEEvzUTNQBBBAAAEEEEAAAQQQQACB9gK0IIAAAqUVuE0j31CpTBZqtV19Uy13KfcoWygUAggggAACCJREgAnEknzQpRomg0UAAQQQQAABBBBAAAEEEEAAgeILMMK0BCbpQMOVzRVPFmrRrrzd+03Vlq0VCgEEEEAAAQQKLsAEYsE/YIaHAAII5Eng/9m7D2jZyvJu4EOKJdE0xNgbKMWOIiiggmBi0IjYUMEuWFCxK/aCXbGgApaoYFdEI7EhKkVBFLuAgrFhEgkmXyRRE5Xv/9zrPcyZmXvuPXX2fue31vO/e887M3u/z2+zkrV81jnHXgkQIECAAAECBAgQIEBgagKfyJ3rJw73zrGGhTmMVf3EYv3k4il5Z79EEViSgC8RIECAQPcFDBC7/4zskAABAgQIECDQdQH7I0CAAAECBAgQaEfgpLRSv9Z0jxxrWJjDWO2elfpbil/I8d6JIkCAAIHZENDlDAkYIM7Qw9YqAQIECBAgQIAAAQIE5gt4RYAAAQIENirwubyzb1LDwuNznFS3zeL7ky8l90sUAQIECBAg0IiAAWIjD3KuDScECBAgQIAAAQIECBAgQIBA+wI6JLB2AqflVvdMNgwLczpWO2Xl3cnZyYGJIkCAAAECBHouYIDY8wdo+wQItCOgEwIECBAgQIAAAQIECBAg0GGBM7K3+yYbhoU5HatbZuWdyTeShyRqgoAlAgQIECDQBwEDxD48JXskQIAAAQIEuixgbwQIECBAgAABAgRmSeDLafYByY5JDQtzGKubZuVtyXeSRySKAAECLQjogcBMCRggztTj1iwBAgQIECBAgAABApcJOCNAgAABAgSWIfDVfPdByc2SGhbmMFbbZ+WY5LzkUYkiQIAAAQIEeiLQ1gCxJ+i2SYAAAQIECBAgQIAAAQIECCxDwFcJEOiSwDezmYclOyQ1LMxhrG6UlTcmFySHJIoAAQIECBDouIABYscfkO0RmBUBfRIgQIAAAQIECBAgQIAAAQK9Fjgnuz84qWHhm3KcVDfI4uuTHyaHJooAAQIECBDoqIABYkcfjG0RIECAAIGeCNgmAQIECBAgQIAAAQIEhgW+lxePTm6Q1LAwh7G6TlaOSC5Mnpz8UaIIEOi2gN0RIDBjAgaIM/bAtUuAAAECBAgQIEBgvYB/CRAgQIAAAQKrKvDPufrjkg3DwktzPlrXyMIrkhokPj3HyyeKAAECBAgQWFGBpV3MAHFpbr5FgAABAgQIECBAgAABAgSmI+CuBAgQ6JfAj7PdJybXSmpY+JscR+uqWXhJ8tPkWcmfJooAAQIECBCYooAB4hTx3ZrABgFHAgQIECBAgAABAgQIECBAoH2BGe+whoNPjcE1kxoW/irH0fqrLLwwqZ9IfF6Of54oAgQIECBAYAoCBohTQHdLAgQIEGhGQCMECBAgQIAAAQIECBAgsDiBn+XjhyU1SKxh4SU5H60aHD43izVIfFGOWyaKwDQF3JsAAQIzJ2CAOHOPXMMECBAgQIAAAQKDAQMCBAgQIECAAIEpC/w8939OUoPE+mnD/8z5aNWvMn1mFmuQWD+1+Nc5VwQIECBAYBECPrpUAQPEpcr5HgECBAgQIECAAAECBAisvYA7EiBAgEBrAv+Vhp6f1CCx/v7hv+d8tC6fhacnNUisv6NYn81LRYAAAQIECKyWgAHiasm67mYL+CABAgQIECBAgAABAgQIECDQvoAOCWxC4H/y/uFJDQdrWPivOR+tP8zCk5OfJEck10kUAQIECBAgsAoCBoirgOqSBAgQmBEBbRIgQIAAAQIECBAgQIAAgZUW+N9c8GXJtZIaFtZPHeZ0rA7Nyg+T1yc3SNTqCbgyAQIECMyggAHiDD50LRMgQIAAAQKzLqB/AgQIECBAgAABAp0X+G12+KqkBokbhoV5OVaHZOWC5E3JjRJFgAABAnMCTggsXcAAcel2vkmAAAECBAgQIECAAIG1FXA3AgQIECAwmwKvTdvXSzYMC3M6Vo/MynnJm5MdEkWAAAECBAgsQ8AAcRl4K/FV1yBAgAABAgQIECBAgAABAgTaF9AhAQIrIvCGXGWb5FFJDQtzGKuHZ+XbyduSmyWKAAECBAgQWIKAAeIS0HyFAAECg8EAAgECBAgQIECAAAECBAgQIDAdgaNy2+2SRyQ1LMxhrB6Sla8n70x2TJZavkeAAAECBGZSwABxJh+7pgkQIECAwCwL6J0AAQIECBAgQIAAgUYE3pI+bpJsGBbmdKwOzMpXkncnOyWKAIGZEdAoAQLLETBAXI6e7xIgQIAAAQIECBAgsHYC7kSAAAECBAgQmCzw9izfIqlh4dk5Tqr7ZfFLyfuT2yaKAAECBAgQWEBgqgPEBfblLQIECBAgQIAAAQIECBAgQKARAW0QIEBgjQSOy31ulWwYFuZ0rO6dlS8kxye7J4oAAQIECBCYIGCAOAHFEgECmxTwAQIECBAgQIAAAQIECBAgQKB9gb52+N5sfOdkw7Awp2N1j6ycknw02SNRBAgQIECAwJCAAeIQhlMCBAgQINC+gA4JECBAgAABAgQIECAwMwIfTKe7JvslNSzMYazulpWTkxOTvRNFoBEBbRAgQGB5AgaIy/PzbQIECBAgQIAAAQJrI+AuBAgQIECAAAECSxX4cL54h+TvkxoW5jBWf5eVTyWfTO6SKAIECBAgMB2BjtzVALEjD8I2CBAgQIAAAQIECBAgQKBNAV0RIECAQGcE/jE7uVOyYViY07G6c1b+KflMctdEESBAgACBmRQwQJzJx67pZQr4OgECBAgQIECAAAECBAgQINC+gA7bFfh4WvubpIaFdZ7TsdozKzVw/HyO+yaKAAECBAjMlIAB4kw9bs0SIEBg1gX0T4AAAQIECBAgQIAAAQIE5gQ+nbP6acQNw8K8HKvbZ6V+BerpOd4rUb0QsEkCBAgQWK6AAeJyBX2fAAECBAgQIEBg9QXcgQABAgQIECBAgMDqCXw2l66/j7hhWJiXY3W7rHwgOTPZP1EECBAgsBoCrtkZAQPEzjwKGyFAgAABAgQIECBAgEB7AjoiQIAAAQI9Ejg1e90v2TWpYWEOY3WbrLwn+UpyQKIIECBAgECTAgaITT7WVW3KxQkQIECAAAECBAgQIECAAIH2BXRIYJYFvpDm75PsnNSwMIex2jErxyZfSx6cKAIECBAg0JSAAWJTj1MzBAgQWEjAewQIECBAgAABAgQIECBAgMAiBL6Uz94/uVVSw8IcxurmWfmH5FvJw5IOlC0QIECAAIHlCxggLt/QFQgQIECAAAECqyvg6gQIECBAgAABAgQITFPg7Nz8gUkNC9+e46S6cRbfkpybHJwoAgQILF7ANwh0SMAAsUMPw1YIECBAgAABAgQIEGhLQDcECBAgQIBAUwLfSDcPSTYMC3M6Vttm5ajk/OQxiSJAgAABAr0UMEBc3GPzaQIECBAgQIAAAQIECBAgQKB9AR0SIEBgIYHv5M1HJBuGhTkdq62zcmTyg+TxiSJAgAABAr0SMEDs1eOyWQIEli7gmwQIECBAgAABAgQIECBAgED7Ak+1IGkAABAASURBVGva4Xdzt0cl2yQ1LMxhrK6bldckP0melPjfY4OgCBAgQKD7Av4fVvefkR0SIECAAIHZFtA9AQIECBAgQIAAAQIEui1wQbb32OR6SQ0Lcxira2bllcmFydOSyyWKAIFhAecECHRKwACxU4/DZggQIECAAAECBAi0I6ATAgQIECBAgMCMCfww/T4huVZSw8Lf5jhaV8vCS5MaJB6W458kigABAgQIdE5gMQPEzm3ehggQIECAAAECBAgQIECAAIEVF3BBAgQIEFieQA0Hn5JL1E8dvizHXyejdZUsHJ7UZ5+T458ligABAgQIdEbAALEzj8JGCKymgGsTIECAAAECBAgQIECAAAEC7QvosGMC/5b9PD2pQWINC/8756P1F1l4flKDxBfk+FeJIkCAAAECUxcwQJz6I7ABAgQIECCwgIC3CBAgQIAAAQIECBAgQKDvAhengWclNUisYeH/y/loXSkLz05qkPjiHLdK1CwJ6JUAAQIdEzBA7NgDsR0CBAgQIECAAIE2BHRBgAABAgQIECBAYESgBofPy1r9jcQaFv4856N1hSw8I/lp8vLk6okiQIAAgQ4LtLo1A8RWn6y+CBAgQIAAAQIECBAgQGApAr5DgAABAgRWW+CS3OBFSf1EYg0Lf5bz0fqjLNTfUaxB4qtzfu1EESBAgACBNRMwQFwzajeanoA7EyBAgAABAgQIECBAgAABAu0L6JBA7wR+lR2/NKlB4oZhYV6O1ROy8qPkdcn1E0WAAAECBFZdwABx1YndgAABAgSWLOCLBAgQIECAAAECBAgQIECgfYHfpMVXJjVIfGKONSzMYawem5XvJ29Ibpi0UzohQIAAgc4JGCB27pHYEAECBAgQIECg/wI6IECAAAECBAgQIEBgSQJH5FvXTR6X1LAwh7F6dFa+mxydbJ8oAgQITE3AjdsVMEBs99nqjAABAgQIECBAgAABAosV8HkCBAgQIECgGwKvzza2TjYMC3M6Vgdl5TvJW5ObJIoAAQIECKyYgAHiilF29UL2RYAAAQIECBAgQIAAAQIECLQvoEMCBBoVeFP62japYeE5OU6qh2bxm8k7klskigABAgQILFvAAHHZhC5AgACBVRJwWQIECBAgQIAAAQIECBAgQKB9gc3r8M352A7JhmFhTsfqgVn5avKu5NaJIkCAAAECSxYwQFwynS8SIECAAAECBCYLWCVAgAABAgQIECBAgMAqCfxDrnuzZMOwMKdjdf+snJW8L9klUQQIrJKAyxJoWcAAseWnqzcCBAgQIECAAAECBBYj4LMECBAgQIAAgb4IHJuN7pg8IKlhYQ5jdZ+sfDH5YLJboggQIECAwGYLND5A3GwHHyRAgAABAgQIECBAgAABAgR6K2DjBAgQmFmBd6fz2yT3TWpYmMNY3TMrpyYnJHdMFAECBAgQ2KSAAeImiXyAAIGpCLgpAQIECBAgQIAAAQIECBAg0L6ADldK4P250O2SDcPCnI7V3bPy2eRjyZ0SRYAAAQIENipggLhRGm8QIECAAAECSxHwHQIECBAgQIAAAQIECBCYmsDxufPtkxoWfi7HSbVPFk9KPpH8TaIILEnAlwgQaFvAALHt56s7AgQIECBAgAABApsr4HMECBAgQIAAAQLtCHw0reyRbBgW5nSsanhYQ8QaJtbnxj5ggQABAgSaFNispgwQN4vJhwgQIECAAAECBAgQIECAQFcF7IsAAQIECGxU4J/yzt7JhmFhTseqfp1p/VrT+onF+snFsQ9YIECAAIHZEzBAnL1nruM+CNgjAQIECBAgQIAAAQIECBAg0L6ADgmsncCncqu7JHslNSzMYazukJUTktOS+luKOSgCBAgQmFUBA8RZffL6JkCAAIFVEXBRAgQIECBAgAABAgQIECDQYYHPZG93S+6Y1LAwh7HaNSsfTL6Y3DdREwQsESBAoHUBA8TWn7D+CBAgQIAAAQIENkfAZwgQIECAAAECBAjMksDn0+w9kt2SGhbmMFa7ZOW9yVnJ/RNFgACBFgT0sJkCBoibCeVjBAgQIECAAAECBAgQINBFAXsiQIAAAQIEliFwer5776SGhe/LcVLdOovvSr6aPDBRBAgQIDADAgaIM/CQe9eiDRMgQIAAAQIECBAgQIAAAQLtC+iQAIEuCZyZzeyfbBgW5nSsbpGVdyTfTB6aKAIECBBoWMAAseGHqzUCBAistYD7ESBAgAABAgQIECBAgAABAr0W+Ep2f0CyYViY07G6SVbempyTHJQoAgQIEGhQwACxwYeqJQIECBAgQIDAIgV8nAABAgQIECBAgAABAsMCX8+LByc3TWpYmMNYbZeVo5PvJY9OFAEC3RewQwKbLWCAuNlUPkiAAAECBAgQIECAAIGuCdgPAQIECBAgQGBVBb6Vqz882T6pYWEOY7VNVt6QfD95XKIIECBAoAEBA8SuPUT7IUCAAAECBAgQIECAAAECBNoX0CEBAgT6JXButvvI5IZJDQtzGKvrZ+W1yY+SJyRbJIoAAQIEeipggNjTB2fbBAh0T8COCBAgQIAAAQIECBAgQIAAgfYFZrzD89P/IUkNC1+X46S6dhZfnVyYPCX540QRIECAQM8EDBB79sBslwABAgQIEFhxARckQIAAAQIECBAgQIAAgcUJ/CAff3yyYVj4u5yP1tWz8PKkBonPyPGKiSIwTQH3JkBgEQIGiIvA8lECBAgQIECAAAECBLokYC8ECBAgQIAAAQJTFvhJ7v+k5FpJDQv/N8fR2ioLL05qkPjsHK+cKAIECBDouEC3Bogdx7I9AgQIECBAgAABAgQIECBAYAUEXIIAAQIEWhP4lzT0tKQGiTUs/GXOR+svs/CCpAaJz8/xLxJFgAABAh0VMEDs6IOxLQJ9E7BfAgQIECBAgAABAgQIECBAoH0BHRLYhMBFef+ZyTWTGhb+IsfRqp9AfE4Wa5B4eI5XSRQBAgQIdEzAALFjD8R2CBAgQIDAGgu4HQECBAgQIECAAAECBAgQWGmB/8gFn5vUILGGhfU6L+fVn+TVYUkNEl+W49UStXoCrkyAAIFFCRggLorLhwkQIECAAAECBAh0RcA+CBAgQIAAAQIECHReoH4C8YXZZQ0S6ycT6ycU83JeXS6vnprUIPGVOdavQc1BESBAgMB6gen8a4A4HXd3JUCAAAECBAgQIECAAIFZFdA3AQIECBCYPYH6m4j1txFrkFh/K7H+ZuKoQv1v1U/K4o+T1yTXSxQBAgQITEmg/o/ylG7ttgTaEdAJAQIECBAgQIAAAQIECBAg0L6ADgkQWLbA/+UKL0/qpww3DAvzcqwen5V/To5MtkkUAQIECKyxgAHiGoO7HQECBAh0SsBmCBAgQIAAAQIECBAgQIAAgbUX+F1u+erkOkkNC3+Q46R6TBa/lxyVbJsstXyPAAECBBYpYIC4SDAfJ0CAAAECBAgQ6IKAPRAgQIAAAQIECBAg0IjA69LH9ZMaFp6f46Q6OIvnJm9JbpwoAgRmRkCj0xIwQJyWvPsSIECAAAECBAgQIEBgFgX0TIAAAQIECBCYLPDGLN8w2TAszOlYPSwr30rentw8UQQIECCwSgIGiKsEO0uX1SsBAgQIECBAgAABAgQIECDQvoAOCRAgsEYCx+Q+2ycPT2pYmMNYPSgrX0uOTW6VKAIECBBYYQEDxBUGdTkCBAj0SMBWCRAgQIAAAQIECBAgQIAAgfYF+trhW7PxmyYPTmpYmMNYHZCVLyfvSXZOFAECBAiskIAB4gpBugwBAgQIECBAYO0E3IkAAQIECBAgQIAAAQIzI/COdHrLZMOwMKdjtX9Wzkg+kOyaKAKNCGiDwPQEDBCnZ+/OBAgQIECAAAECBAjMmoB+CRAgQIAAAQIElirwrnxxp6SGhWfmOKnulcXTkg8nt08UAQIECCxRwABxiXAbvuZIgAABAgQIECBAgAABAgQItC+gQwIECBDojMD7spNdkhoWnp7jpNo3i59P/jHZM1EECBAgsEgBA8RFgvk4AQLNCGiEAAECBAgQIECAAAECBAgQaF9Ah+0KfCit7ZZsGBbmdKzumpXPJB9P7pwoAgQIENhMAQPEzYTyMQIECBAgQKArAvZBgAABAgQIECBAgAABAgTmBD6Sszsmd0tqWJjDWP1tVj6ZfCr5u0T1QsAmCRCYpoAB4jT13ZsAAQIECBAgQIDALAnolQABAgQIECBAgMDqCXwsl94ruUtSw8IcxmrvrJyYnJz8faIIECBAYCMCyxogbuSalgkQIECAAAECBAgQIECAAIGGBLRCgAABAgR6JPCJ7LV+4nDDsDAvx2qPrNRPLp6S436JIkCAAIERAQPEERAvCcyIgDYJECBAgAABAgQIECBAgACB9gV0SGCWBU5K8/U3EGtY+NGcT6rds1h/S/ELOd47UQQIECDwewEDxN9DOBAgQIAAgX4I2CUBAgQIECBAgAABAgQIECCwCIHP5bN3T2pYeHyOk+q2WXx/8qXkfkkHyhYIECAwXQEDxOn6uzsBAgQIECBAgMCsCOiTAAECBAgQIECAAIFpCpyWm98zuV1Sw8IcxmqnrLw7OTs5MFEECBBYvEAj3zBAbORBaoMAAQIECBAgQIAAAQIEVkfAVQkQIECAAIGmBL6Ybu6b3CapYWEOY3XLrLwz+UbykEQRIEBg5gQMEGfukWt4MBhAIECAAAECBAgQIECAAAECBNoX0CEBAgQWEjgrbz4g2TGpYWEOY3XTrLwt+XbyiEQRIEBgZgQMEGfmUWuUAAECLQjogQABAgQIECBAgAABAgQIEGhfYE07/Gru9qDkZkkNC3MYqx2yckxyXvKoRBEgQKB5AQPE5h+xBgkQIECAAAECHRCwBQIECBAgQIAAAQIECHRb4JvZ3sOSGha+OcdJdaMsvjG5IDkkUQQIjAp43YyAAWIzj1IjBAgQIECAAAECBAgQWHkBVyRAgAABAgQIzJjAOen3oKSGhW/KcVLdIIuvT36YHJooAgQINCdggNjcI91kQz5AgAABAgQIECBAgAABAgQItC+gQwIECBBYnsD38vVHJ1snNSzMYayuk5UjkguTJyd/lCgCBAg0IWCA2MRj1AQBArMhoEsCBAgQIECAAAECBAgQIECgfQEddkzg+9nP45LrJjUszGGsrpGVVyQ1SHx6jldIFAECBHotYIDY68dn8wQIECBAgEAvBGySAAECBAgQIECAAAECBPou8KM08MTkmkkNC3+T42hdNQsvSX6SPCv500TNkoBeCTQkYIDY0MPUCgECBAgQIECAAAECKyvgagQIECBAgAABAgRGBH6a109NapBYw8Jf5Xy0tszCC5P6icTn5fjniSJAgECvBGZtgNirh2OzBAgQIECAAAECBAgQIECAwJIEfIkAAQIECKy2wM9yg8OSGiS+KMdLktGqweFzs1iDxBoo1mAxLxUBAgS6L2CA2P1nZIcECKwT8A8BAgQIECBoZERXAAAQAElEQVRAgAABAgQIECDQvoAOCfRO4OfZ8bOTGiTWTxv+Z85Hq36Vaf1K0xok1k8t/vXoB7wmQIBA1wQMELv2ROyHAAECBAi0JqAfAgQIECBAgAABAgQIECDQvsB/pcXnJ9dKalj47zmO1uWz8PSkBon1dxRr6JiXjZQ2CBBoSsAAsanHqRkCBAgQIECAAAECKyfgSgQIECBAgAABAgQILFrgv/ONw5MaJNaw8N9yPlp/mIUnJz9JjkiumygCBAhMTWDSjQ0QJ6lYI0CAAAECBAgQIECAAAEC/RWwcwIECBAgQGD6Ar/OFl6W1E8Z1rCwfuowL8fq0Kz8IHl9coNEESBAoBMCBoideAw2QWBTAt4nQIAAAQIECBAgQIAAAQIE2hfQIQECDQr8Nj29KqmfSKxh4Q9zPqkOyeIFyZuSGyWKAAECUxUwQJwqv5sTIECAQPMCGiRAgAABAgQIECBAgAABAgTaF9i8Dl+bj10veWxSw8IcxuqRWTkvOSbZIVEECBCYioAB4lTY3ZQAAQIECBAgQKDrAvZHgAABAgQIECBAgACBVRI4MtfdJnlUUsPCHMbqEVn5dvK25GaJIkBglQRcdrKAAeJkF6sECBAgQIAAAQIECBAg0E8BuyZAgAABAgQI9EXgqGx0u2TDsDCnY/WQrHw9eWeyY6IIECCwJgIGiGvC7CbLE/BtAgQIECBAgAABAgQIECBAoH0BHRIgQGBmBd6Szm+S1LDwGzlOqgOz+JXk3cltEkWAAIFVFTBAXFVeFydAgMCMC2ifAAECBAgQIECAAAECBAgQaF9Ahysl8PZc6OZJDQvPznFS3S+LZybvT26bKAIECKyKgAHiqrC6KAECBAgQIECg3wJ2T4AAAQIECBAgQIAAAQJTEzgud75Vcv/kS8mkuncWv5Acn+yeKAJLEvAlAhsTMEDcmIx1AgQIECBAgAABAgQI9E/AjgkQIECAAAECBNoReE9a2Tm5T1LDwhzG6h5ZOSX5SLJHoggQILAiAgaIK8K4mhdxbQIECBAgQIAAAQIECBAgQKB9AR0SIECAAIGNCnwg7+ya7JfUsDCHsfr7rJycnJjsnSgCBAgsS8AAcVl8vkyAAIEFBLxFgAABAgQIECBAgAABAgQItC+gQwJrJ/Dh3OoOyYZhYU7H6u+y8qnkk8ldEkWAAIElCRggLonNlwgQIECAAIGWBfRGgAABAgQIECBAgAABAgQ6LPCP2dudkhoWfjrHSXXnLP5T8pnkbomaIGCJAIGNCxggbtzGOwQIECBAgAABAgQI9EvAbgkQIECAAAECBAjMksDH02wNCit1npdjtWdWPpp8Ptk3UQQIENgsgY4PEDerBx8iQIAAAQIECBAgQIAAAQIEei1g8wQIECBAgMAyBOqnEOunEeunEuunEydd6vZZrF+BenqO90oUAQIEFhQwQFyQx5sECCxZwBcJECBAgAABAgQIECBAgACB9gV0SIBAlwROzmbq7yPW30msYWFejtXtsvKB5Mxk/0QRIEBgooAB4kQWiwQIECBAYHYFdE6AAAECBAgQIECAAAECBAj0WuCU7H6/ZNekhoU5jNVtsvKe5MvJAYkiQIDAPAEDxHkcXhAgQIAAAQIECBDorYCNEyBAgAABAgQIECBAYFjgC3lxn2TnpIaFOYzVrbJybPK15MGJIkCg+wJrskMDxDVhdhMCBAgQIECAAAECBAgQILAxAesECBAgQIAAgVUV+FKufv+khoXH5Tipbp7Ff0i+lTw8UQQIzLiAAeKM/weg/VUScFkCBAgQIECAAAECBAgQIECgfQEdEiBAoF8CZ2e7ByY1LHx7jpPqxll8c3JucnCiCBCYUQEDxBl98NomQIAAgckCVgkQIECAAAECBAgQIECAAIH2BWa8w2+k/4ckN0nekkyqbbN4VHJ+8phEESAwYwIGiDP2wLVLgAABAgQIEGhUQFsECBAgQIAAAQIECBAgsDiBb+fjj0i2S2pYmMNYbZ2VI5MfJI9PFIFpC7j/GgkYIK4RtNsQIECAAAECBAgQIECAwCQBawQIECBAgAABAlMWOC/3f1SyTVLDwhzG6rpZeU3y4+RJyR8migCBhgUMEBt+uFNrzY0JECBAgAABAgQIECBAgACB9gV0SIAAAQKtCVyQhh6bXC+pYWEOY3WtrLwy+UnytORyiSJAoEEBA8QGH6qWCBAgsFQB3yNAgAABAgQIECBAgAABAgTaF9AhgU0I/DDvPyGpYeGrcvxtMlpXy8JLkwuTZyZ/kigCBBoSMEBs6GFqhQABAgQIEJhZAY0TIECAAAECBAgQIECAAIGVFqjh4JNz0WsmL0t+nYzWVbLwoqQ++5wc/yxRqyfgygTWTMAAcc2o3YgAAQIECBAgQIAAAQKjAl4TIECAAAECBAgQ6LzAv2WHT0/qJxIPz/F/ktH6iyw8P6lB4gty/KtEESDQYwEDxJV+eK5HgAABAgQIECBAgAABAgQItC+gQwIECBAgMHsC/56Wn5XUTyTWsPC/cj5aV8rCs5MaJL44x6smigCBHgoYIPbwodkyAQKrI+CqBAgQIECAAAECBAgQIECAQPsCOiRAYNkC/5krPC+pQWINC3+e89G6QhaekfwkeXlyjUQRINAjAQPEHj0sWyVAgAABAgQmClgkQIAAAQIECBAgQIAAAQIE1l7gktyy/v5hDRIPy/nPktH64yw8JalB4qtzvHay1PI9AgTWUMAAcQ2x3YoAAQIECBAgQIAAgWEB5wQIECBAgAABAgQINCDwq/TwkqQGiU/N8afJaG2RhSckP0pel1w/UQQIdFhgZQeIHW7U1ggQIECAAAECBAgQIECAAIEVEnAZAgQIECBAgMC4wG+y9IqkBolPzLGGhTmM1WOz8v3kDckNE0WAQAcFDBA7+FBsicA0BNyTAAECBAgQIECAAAECBAgQaF9AhwQIEFgjgSNyn+smj0tqWJjDWD06K99Njk62TxQBAh0SMEDs0MOwFQIECBAgsAQBXyFAgAABAgQIECBAgAABAgTaF+hrh6/PxrdOalj4vRwn1UFZ/E7y1uSmiSJAoAMCBogdeAi2QIAAAQIECBAgMIsCeiZAgAABAgQIECBAgMDMCLwpnd4oqWHhOTlOqodm8RvJO5JbJopAIwL9bMMAsZ/Pza4JECBAgAABAgQIECBAYFoC7kuAAAECBAgQILBUgTfnizskD0u+mUyqB2bx7ORdya0TRYDAFAQMEKeA7pbdE7AjAgQIECBAgAABAgQIECBAoH0BHRIgQIBAZwTelp3cLHlQ8tVkUt0/i2cl70t2SRQBAmsoYIC4hthuRYAAAQIrLuCCBAgQIECAAAECBAgQIECAQPsCOmxX4J1pbcfkAUkNC3MYq/tk5YvJB5PdEkWAwBoIGCCuAbJbECBAgAABAgQIjAp4TYAAAQIECBAgQIAAAQIE5gTenbPbJPdNaliYw1jdMyunJickd0xULwRssq8CBoh9fXL2TYAAAQIECBAgQIAAgWkIuCcBAgQIECBAgACB1RN4fy59u6SGhaflOKnunsXPJh9L9koUAQKrIGCAuAqofbuk/RIgQIAAAQIECBAgQIAAAQLtC+iQAAECBAj0SOD47HX3pIaFn8txUu2TxU8nn0j+NlEECKyggAHiCmK6FAECBNZYwO0IECBAgAABAgQIECBAgACB9gV0SGCWBT6a5vdI7pqclEyqv8nix5N6v4aKOVUECCxXwABxuYK+T4AAAQIECBBYtIAvECBAgAABAgQIECBAgAABAosQODGf3TupnzSsnzjM6VjdKSv1a03rJxbrJxfzctrl/gT6K2CA2N9nZ+cECBAgQIAAAQIECKy1gPsRIECAAAECBAgQIDBNgU/m5ndJ6m8f1rAwp2N1h6yckJya1N9SzEERILBYgZkfIC4WzOcJECBAgAABAgQIECBAgACB/gnYMQECBAgQINCUwGfSzd2SOyYfSSbVbln8YPLF5L6JIkBgEQIGiIvA8lECBDolYDMECBAgQIAAAQIECBAgQIBA+wI6JECAwEICn8+b+yY1LPxQjpNqlyy+NzkreUCiCBDYDAEDxM1A8hECBAgQIEBgJQVciwABAgQIECBAgAABAgQIEGhfYE07PD13u1dSw8L35Tipbp3F45KvJg9KFAECCwgYIC6A4y0CBAgQIECAAAECBIYEnBIgQIAAAQIECBAgQKDbAmdme/snOyXvSibVLbL49uSbyUMTRYDAqEBeGyAGQREgQIAAAQIECBAgQIAAgZYF9EaAAAECBAgQmDGBL6ffA5JbJu9IJtVNsvjW5JzkoEQRIDAkYIA4hOGUQI8EbJUAAQIECBAgQIAAAQIECBBoX0CHBAgQILA8ga/l6w9ObprUsDCHsdouK0cn300enSgCBCJggBgERYAAAQIE1k7AnQgQIECAAAECBAgQIECAAIH2BXTYMYFvZT8PT7ZPjkkm1Q2z+Ibk+8njEkVgpgUMEGf68WueAAECBAgQIEBgswV8kAABAgQIECBAgAABAgT6LnBuGjg4qWHhG3OcVNfP4muTHyVPTLZI1CwJ6HWdgAHiOgb/ECBAgAABAgQIECBAgECrAvoiQIAAAQIECBAgMCJwfl4/Jqlh4etynFTXzuKrkguTpyZ/nCgCMyNggDgzj7qpRjVDgAABAgQIECBAgAABAgQItC+gQwIECBAgsNoCP8gNHp9cJ3l1cmkyWlfPwsuSGiQ+I8crJopA8wIGiM0/Yg0SIECgSwL2QoAAAQIECBAgQIAAAQIECLQvoEMCvRP4cXb8pOSaycuT/0tGa6ssvDipQeKzc7xyogg0K2CA2Oyj1RgBAgQIECBAYAUFXIoAAQIECBAgQIAAAQIECLQv8C9p8WlJDRJrWPjLnI/WX2bhBclPkucn9TqHRkobBH4vYID4ewgHAgQIECBAgAABAgQItCigJwIECBAgQIAAAQIEFi1wUb7xzKQGiS/M8RfJaP1ZFp6T1CDx8ByvkigCzQgYIPbvUdoxAQIECBAgQIAAAQIECBAg0L6ADgkQIECAAIHpC/xHtlBDwhokPjfn9TqHefUneXVYUr/atP5W4tVyrgj0XsAAsfePUAMECPRHwE4JECBAgAABAgQIECBAgACB9gV0SIBAgwL1E4j1a0trkFg/mVg/oTja5uWy8NSkBomvzPFaiSLQWwEDxN4+OhsnQIAAAQIE1kzAjQgQIECAAAECBAgQIECAAIH2BTbd4S/zkRcnNRx8Wo7/moxWzV2elMUfJ69JrpcoAr0TqP+Qe7dpGyZAgAABAgQIECBAgMDmCPgMAQIECBAgQIAAAQIEVkHgf3PNlyf1E4k1LKy/g5iXY/X4rPxzcmSyTaII9EagbwPE3sDaKAECBAgQIECAAAECBAgQILBkAV8kQIAAAQIECPRB4HfZ5KuTayc1LPxBjpPqMVn8XnJUsl2iCHRewACx84/IBgm0IqAPAgQIECBAqVa3SAAAEABJREFUgAABAgQIECBAoH0BHRIgQGBmBV6Xzq+fHJKcn0yqg7N4TvKW5MaJItBZAQPEzj4aGyNAgAABAh0RsA0CBAgQIECAAAECBAgQIECgfQEdrpTAG3KhGyaPTM5NJtXDsvit5O3JzRNFoHMCBoideyQ2RIAAAQIECBAgQGBlBFyFAAECBAgQIECAAAECBKYmcHTuvH3y8KSGhTmM1YOy8rXk2ORWiSKwJIHV+JIB4mqouiYBAgQIECBAgAABAgQIEFi6gG8SIECAAAECBAi0I/DWtHLT5MHJ15NJdUAWv5y8J9k5UQSmLmCAOPVHYAOzIaBLAgQIECBAgAABAgQIECBAoH0BHRIgQIAAgY0KvCPv3CKpYeFXcpxU+2fxjOQDya6JIjA1AQPEqdG7MQECBAj0QsAmCRAgQIAAAQIECBAgQIAAgfYFdEhg7QTelVvdOqlh4Zk5Tqp7ZfG05MPJHRJFYM0FDBDXnNwNCRAgQIAAAQIE1kLAPQgQIECAAAECBAgQIECAQIcF3pe97ZLcOzk9mVT7ZvFzyT8meyZqgoCl1REwQFwdV1clQIAAAQIECBAgQIAAgaUJ+BYBAgQIECBAgACBWRL4YJrdLblH8vlkUt01i59JPp7cOVEEVl3AAHHVid1gMGBAgAABAgQIECBAgAABAgQItC+gQwIECBAgQGAZAifku3dM7pbUsDCHsfrbrHwy+VTyd4kisGoCBoirRuvCBAgQaEBACwQIECBAgAABAgQIECBAgED7AjokQKBLAh/LZvZK7pLUoDCHsdo7KycmJyd/nygCKy5ggLjipC5IgAABAgQIEJi+gB0QIECAAAECBAgQIECAAAECvRb4RHb/N0kNC/8px0m1RxY/kpyS7JcoAismYIC4YpQuRIAAAQIECBAgQIAAgWULuAABAgQIECBAgAABAgSGBU7Ki32SPZKPJpNq9yx+KPlCcp9EEVi2gAHisgk3dQHvEyBAgAABAgQIECBAgAABAu0L6JAAAQIECBAgsKoCn8vV757cPjk+mVS3zeL7ki8l90sUgSULGCAumc4XCRBoXkCDBAgQIECAAAECBAgQIECAQPsCOiRAgEC/BE7Ndu+Z3C55fzKpdsriu5OzkwMTRWDRAgaIiybzBQIECBAgQKDrAvZHgAABAgQIECBAgAABAgQItC8w4x1+Mf3fN7lNUsPCHMbqlll5Z/L15CGJIrDZAgaIm03lgwQIECBAgAABAgQIrLKAyxMgQIAAAQIECBAgQIDA4gTOyscfkOyYHJtMqptl8W3Jt5NHJIrAJgVWeYC4yfv7AAECBAgQIECAAAECBAgQINB7AQ0QIECAAAECBAhMWeCruf8DkxoW/kOOk2qHLB6TnJc8KlEENipggLhRGm8QmHEB7RMgQIAAAQIECBAgQIAAAQLtC+iQAAECBFoT+GYaemhSw8I35zipbpTFNyYXJI9NFIExAQPEMRILBAgQIECg3wJ2T4AAAQIECBAgQIAAAQIECLQvoEMCmxA4J+8flGybvCmZVDfI4uuSHyaHJn2orbPJeyXPServO34+x/qJyn/P8VfJ736fOq+1eq8+U5+t79R36xr5mFpIwABxIR3vESBAgAABAgQIEFg7AXciQIAAAQIECBAgQIAAAQIrLfDdXPDRSQ3NXp/jpLpOFo9ILkyenPxR0pW6djZSg9D35fjT5PzkA8nzkwOT2yf1E5Vb5nj5ZIvfp85rrd6rz9Rn6zv13bpGXauuWdeue+Rra1a9uJEBYi8ek00SIECAAAECBAgQIECAQHcF7IwAAQIECBAgQIBA5wW+nx0+LrluUsPCHMbqGll5RfKT5OnJFZJp1F/mpock9ZODP8rx6OQ+ydWTlaq6Vl2zrl33qHvVPeveK3WPXl/HALHXj8/mV03AhQkQIECAAAECBAgQIECAAIH2BXRIgAABAgRmT6CGZU9M29dMXpn8Jhmtv87CS5IaJD4rxysla1E75SZvSS5O6qcl6ycHc7omVfeqe9a9aw+1lzW5cVdvYoDY1SdjXwQIECCwJAFfIkCAAAECBAgQIECAAAECBNoX0CEBAssWqF/h+ZRcpQaJL82x/mZgDvOqfgXoC7NSg8Tn5fjnyWrUrrnoh5MvJQ9L6teQ5jBeV7rSlQZ77LHH4NBDDx0cddRRg0996lODb3/724Of/exng1/+8peD3/3ud+tS57VW79Vn6rP1nfpuXWP8ynMrde/aQ+2l9rTb3DszdmKAOGMPXLsECBAgQIAAgY4K2BYBAgQIECBAgAABAgQIECCw9gI/yy2fkVwreVFySTJaNTh8bhbrbyTWZ2qwmJdLquEvbZ0XxyanJfsmE2vXXXcdvOhFLxqcccYZg1/84heDk08+eXDEEUcMDj744MHee+892GGHHQZbbbXV4ApXuMJgiy22WJc6r7V6rz5Tn63v1HfrGnWtumZde+JN1y/um8OpSe2x9prT2SkDxNl51jolQIAAAQIECBAgQIDAKgi4JAECBAgQIECAAAECDQjUr+58dvqoQWL9tOH/y/lo/WkWnpnUILF+xWn9qtO8XFLV31j8Xr55QDJW22677bqh4fnnnz847bTTBs985jMHO++889jnlrpQ16pr1rXrHjVMrHtu5Hq1x9pr7XkjH2lv2QCxvWe6/I5cgQABAgQIECBAgAABAgQIEGhfQIcECBAgQIAAgXGBGhw+P8v1q03r7x/WYDEv59Xl86qGaTVIfEXO67M5bFbdIp/6fFIDyC1ynFf1K0Y/9KEPDc4999x1Q8Ott179H/yre9Qwse5Z9649zNvU+he119rz5/Oyesih7TJAbPv56o4AgRkT0C4BAgQIECBAgAABAgQIECDQvoAOCRAgsAYC/517HJ7UcLCGhf+W89H6wyw8Oam/kXhEjtdNFqqD8ubZye2TeVW/SvRjH/vYul9Put9++817by1f1L3r15zWXmpPE+5de68eqpcJb7ezZIDYzrPUCQECBAgQINBfATsnQIAAAQIECBAgQIAAAQIE2hfoY4e/zqZfltQg8Sk5XphMqkOz+IPk9cmkHxt8TdaPTuon+XJYX1tuueXg6KOPXvdrSvfZZ5/1ix34t/ZSv9609lZ7HNlS9VC9VE8jb7Xz0gCxnWepEwIECBAgQIAAAQIE1lzADQkQIECAAAECBAgQIDATAr9Nl69M6m8kPiHHHyaT6pAsnp+8KblR8sfJh5PHJ/PqgAMOGJxzzjmDgw7q7g/z1d5qj7XXeZtf/6J6qt6qx/UrDf1rgDj6ML0mQIAAAQIECBAgQIAAAQIE2hfQIQECBAgQIECAwFIF6ifvrpcvPza5IJlUj8ziecmPkn2TeVU/2XfssccOttpqq3nrXXxRe6y91p4n7K96Oynrf5U0VQaITT1OzRCYbQHdEyBAgAABAgQIECBAgAABAu0L6JAAAQIEOiNwZHayTfKo5LvJpLra8OK22247OOOMMzr9U4fD+x0+r59GrL1XD8PrOa+/i3hijk0NEQ0Q80QVAQIECBAgMFUBNydAgAABAgQIECBAgAABAgTaF9BhuwJHpbVtk0ck30km1p577jk49dRTBzvvvPPE9/uwWHuvHqqXkf3uktdN/TpTA8Q8UUWAAAECBAgQIECAwFIEfIcAAQIECBAgQIAAAQIECMwJvCVnN07OTubV3e9+98FJJ53Ui19ZOm/jE17UrzStXqqnkbfrJxHfP7LW25fzB4i9bcPGCRAgQIAAAQIECBAgQIAAgc0W8EECBAgQIECAAAECqyNQfx9xx+FL16DthBNOGGyxxRbDy70+32KLLQbVU/U20kj9TcQyGFnu30sDxP49MzsmMFHAIgECBAgQIECAAAECBAgQINC+gA4JECBAgECHBQ7K3h6fzFX9qs8Pf7h+s+fcUlMn1Vv1ONJUGZTFyHK/Xhog9ut52S0BAgQItCegIwIECBAgQIAAAQIECBAgQKB9AR0SaF3gFmmw/hZiDutr2223Hbz3ve9t6icP13d22b9bbLHFuh6r18tW152VRZmse9HHfwwQ+/jU7JkAAQIECBAgQKADArZAgAABAgQIECBAgAABAgQI/F7gtTnO+x2l73jHO5r4m4eDQTpboLbaaqtB9TrykbIok5Hl/rw0QOzPs7JTAgQIECBAgAABAgQIEFgJAdcgQIAAAQIECBAgQGAlBZ6ei90+maujjz56sPPOO8+9bv2keq2eR/osk7IZWe7HSwPEfjwnu9yEgLcJECBAgAABAgQIECBAgACB9gV0SIAAAQIECHROYOvs6MXJXB1wwAGDgw7q/Z8AnOtnc0+q5+p95PNlU0Yjy91/aYDY/WdkhwQIEGhZQG8ECBAgQIAAAQIECBAgQIBA+wI6JECgXYHnpbX6dZ05DAZbbrnl4NWvfvW681n8p3ovg6Hey6aMhpb6cWqA2I/nZJcECBAgQIAAgY4J2A4BAgQIECBAgAABAgQIECDQvsCCHe6Wdw9I5urFL37xoP4m4NzCjJ1U72Uw0nYZ7Tqy1vmXBoidf0Q2SIAAAQIECBAgQIAAgRUUcCkCBAgQIECAAAECBAisjMCThi+z6667zuSvLh02qPP6VaZlUedDefLQeS9ODRB78ZgW3qR3CRAgQIAAAQIECBAgQIAAgfYFdEiAAAECBAgQ6JDATtnLvslcPeMZz5g7n/WTCRZlVWa9oTFA7M2jslECBBoU0BIBAgQIECBAgAABAgQIECDQvoAOCRAg0KLAwcNN7bHHHoN99tlneGmmz8uiTEYQ5pmNvNe5lwaInXskNkSAAAECBAh0X8AOCRAgQIAAAQIECBAgQIAAgfYFdLgRgb/M+kOTuTrkkEPmzp2sF5hgUmZlt/4DHf/XALHjD8j2CBAgQIAAAQIECBBYQQGXIkCAAAECBAgQIECAAIHlCjwgF9giWVfbbrvtYL/99lt37p/LBMqkbC5bGZRZ2Q0tdfe09wPE7tLaGQECBAgQIECAAAECBAgQILBSAq5DgAABAgQIECDQGYF7D+/kwAMPHH7pfEhggs08u6GPdu7UALFzj8SGCMyMgEYJECBAgAABAgQIECBAgACB9gV0SIAAAQJtCVw77dw+mav9999/7tzJfIEJNmVXhvM/2MFXBogdfCi2RIAAAQIEui1gdwQIECBAgAABAgQIECBAgED7AjokMFHgLsOru+6662DrrbceXnI+JFA2ZTS0VKfzDGuhizFA7OJTsScCBAgQIECAAAECqyHgmgQIECBAgAABAgQIECBAYHkCdxr++l3u0otZ2PCW1/x8gtE8w1XZ0Apc1ABxBRBdggABAgQIECBAgAABAgQIrKaAaxMgQIAAAQIECBDoiMDuw/vYa6+9hl86nyAwwWie4YSvdGLJALETj8EmZlBAywQIECBAgAABAgQIECBAgED7AjokQIAAAQItCdTvKr36hoaudKUrDXbeeecNLx03IlBGZTX0dhmW5dBS97Aq578AABAASURBVE4NELv3TOyIAAECBDotYHMECBAgQIAAAQIECBAgQIBA+wI6JEBggsAth9d22mmn4ZfOFxCYYDXPcoGvTu0tA8Sp0bsxAQIECBAgQIDAmgq4GQECBAgQIECAAAECBAgQILAcgR2Gv3zzm998+GV3zju4kwlW8yw7uOWBAWIXn4o9ESBAgAABAgQIECBAgMCcgBMCBAgQIECAAAECBDohsM3wLrbbbrvhl84XEJhgNc9yga9O7S0DxKnRz/SNNU+AAAECBAgQIECAAAECBAi0L6BDAgQIECBAoC2B6w63c4Mb3GD4pfMFBCZYzbNc4KtTe8sAcWr0bkyAAIE+CtgzAQIECBAgQIAAAQIECBAg0L6ADgkQIDBR4GrDq9e85jWHXzpfQGCC1TzLBb46tbcMEKdG78YECBAgQIAAgTUUcCsCBAgQIECAAAECBAgQIECgfYHV7XDL4ctvtdVWwy+dLyAwwWqe5QJfndpbBohTo3djAgQIECBAgAABAgQIbFrAJwgQIECAAAECBAgQINARgSsN7+PKV77y8EvnCwhMsJpnucBXp/aWAeLa07sjAQIECBAgQIAAAQIECBAg0L6ADgkQIECAAAECrQlcbrihy1/+8sMvnS8gMMFqnuUCX53aWwaIU6N3YwIE+idgxwQIECBAgAABAgQIECBAgED7AjokQIAAAQIEDBD9N0CAAAECBAi0L6BDAgQIECBAgAABAgQIECBAoH0BHa62wP8O3+DXv/718EvnCwhMsJpnucBXp/aWAeLU6N2YAAECBAgQIECAAIFNCXifAAECBAgQIECAAAECBDojcMnwTn7xi18Mv3S+gMAEq3mWC3x1am+t9QBxao26MQECBAgQIECAAAECBAgQILBmAm5EgAABAgQIECDQnsDFwy1ddNFFwy+dLyAwwWqe5QJfndpbBohTo3djAn0TsF8CBAgQIECAAAECBAgQIECgfQEdEiBAgACBjQr86/A7F1544fBL5wsITLCaZ7nAV6f2lgHi1OjdmAABAgQIrJGA2xAgQIAAAQIECBAgQIAAAQLtC+iQwOoL/HD4Ft///veHXzpfQGCC1TzLBb46tbcMEKdG78YECBAgQIAAAQIEFhbwLgECBAgQIECAAAECBAgQ6JDA+cN7Offcc4dfOl9AYILVPMsFvjq1twwQp0bvxgQIECBAgAABAgQIECDQqIC2CBAgQIAAAQIECLQo8J3hpr7+9a8Pv3S+gMAEq3mWC3x1am8ZIE6N3o37JWC3BAgQIECAAAECBAgQIECAQPsCOiRAgAABAgQWEPjq8HtnnXXW8EvnCwhMsJpnucBXp/aWAeLU6N2YAAECBNZEwE0IECBAgAABAgQIECBAgACB9gV0SIDAWghckJv8S7KuLrnkksGZZ5657tw/Gxcoo7Ia+kQZluXQUvdODRC790zsiAABAgQIECBAYDAYQCBAgAABAgQIECBAgAABAgQ6J3Dq8I5OOumk4ZdLOm/9SxOM5hl2tX8DxK4+GfsiQIAAAQIECBAgQIBAPwXsmgABAgQIECBAgACBdgU+M9zaxz/+8eGXzicITDCaZzjhK51YMkDsxGPo+ibsjwABAgQIECBAgAABAgQIEGhfQIcECBAgQIAAgU0KzJsYnn766YMLLuj8b+PcZFOr9YGyKaOR688zHHmvMy8NEDvzKGyEAAECqyDgkgQIECBAgAABAgQIECBAgED7AjokQIDA2gn8OLc6JZmr9773vXPnTuYLTLApuzKc/8EOvjJA7OBDsSUCBAgQIECAAAECBAgQIECAAAECBAgQIECgfYGedviB4X0fe+yxwy+dDwlMsJlnN/TRzp0aIHbukdgQAQIECBAgQIAAAQI9FrB1AgQIECBAgAABAgQItC7wrjR4abKuzjvvvMHxxx+/7tw/lwmUSdlctjIos7IbWuruqQHiJp+NDxAgQIAAAQIECBAgQIAAAQLtC+iQAAECBAgQIEBgMwX+I597WzJXRx555Ny5k/UCE0zKrOzWf6Dj/xogdvwB2R4BAssQ8FUCBAgQIECAAAECBAgQIECgfQEdEiBAgMA0BI4evulnP/vZwYknnji8NNPnZVEmIwjzzEbe69xLA8TOPRIbIkCAAAECBAgQIECAAAECBAgQIECAAAEC7QvosNcCZ2X3JyRz9ZKXvGTufNZPJliUVZn1hsYAsTePykYJECBAgAABAgQIdF7ABgkQIECAAAECBAgQIEBgdgReOdzq6aefPjjmmGOGl2byvAzKYqT5V4287vzLTQwQO79/GyRAgAABAgQIECBAgAABAgSWLeACBAgQIECAAAECBBYtcHq+cVwyV4cddtjgoosumns9ayfVexmM9F1Gp42sdf6lAWLnH5ENEliigK8RIECAAAECBAgQIECAAAEC7QvokAABAgQITFfgebn9pcm6uvjiiwdPfOIT153P4j/VexkM9V42ZTS01I9TA8R+PCe7JECAAIEZEtAqAQIECBAgQIAAAQIECBAg0L6ADgk0InBB+jgsmavjjjtuJn+Vaf3q0up9DmL9SdmU0fpXPfrXALFHD8tWCRAgQIAAAQIEOi1gcwQIECBAgAABAgQIECBAYBYFXpqmT0nm6uCDDx6ceeaZc68bOxlrp3qtnkfeKJOyGVnux0sDxH48J7skQIAAAQIECBAgQIAAgVUTcGECBAgQIECAAAECBJYp8Ph8v35dZw7r60EPetBM/D3E+ruH1ev6ruf+LYsymVvo24kBYt+emP1unoBPESBAgAABAgQIECBAgAABAu0L6JAAAQIECBDoisDXspFHJnN13nnnDfbff//BpZfWLG1uuamT6q16rF5HGiuLMhlZ7s9LA8T+PCs7JUCAwEwIaJIAAQIECBAgQIAAAQIECBBoX0CHBAg0KXBMunptMlcnn3zy4B73uMfc69ZOqrfqcaSvMiiLkeV+vTRA7NfzslsCBAgQIECAQFcF7IsAAQIECBAgQIAAAQIECBBoX2BTHR6aD5yQzNVHPvKRwb777tvUTyLWTx5WT9XbXKPrT6r3Mlj/qsf/GiD2+OHZOgECBAgQIECAAAECBJYv4AoECBAgQIAAAQIECBBYUYH75GqnJHNVg7a99tqrib+JWH/zsHqpnuYaXH9SPVfv61/1/F8DxJ4/wInbt0iAAAECBAgQIECAAAECBAi0L6BDAgQIECBAgEA3Bf4v26rfW3pGjnNVv+pz9913H5x55plza307qb1XD9XLyN6r1+q5eh95q58vDRD7+dzsmgCBRgW0RYAAAQIECBAgQIAAAQIECLQvoEMCBAjMgMDP0+M+Sf1UXg7r67zzzhvssssug2OO6d+fCKw9196rh/XdzP1bPVav1fPcYt9PDBD7/gTtnwABAgQIEOiCgD0QIECAAAECBAgQIECAAAEC7QvocHECNVDbK1+pvwuYw2V18MEHDw488MBe/ErT+pWltdfa82UdzJ1Vb9Vj9Tq32MKJAWILT1EPBAgQIECAAAECBAgsUcDXCBAgQIAAAQIECBAgQGAVBepXetav9nzt6D2OO+64wfbbb9/pn0asnzqsPdZeR/ef19VT9VY95mVb1d4Asa3noxsCBAgQIECAAAECBAgQIEBgkoA1AgQIECBAgACBPgkcms0enFyazNXFF188qJ/s22233QYnnnji3Pq0T2ovtafaW+1xZD/VQ/VSPY281c5LA8R2nqVOCPReQAMECBAgQIAAAQIECBAgQIBA+wI6JECAAIGZFag/fLhjuq+/GZjDZXX66acP7nrXuw723HPPwfHHH3/ZG2t8VveuPdReak8Tbl97rx6qlwlvt7NkgNjOs9QJAQIECBCYloD7EiBAgAABAgQIECBAgAABAu0L6JDASgh8LRe5Q/KMpH6SL4fL6rOf/ezgnve852C77bYbHH744YMLLrjgsjdX6azuUfeqe9a9aw8TblV7rT3X3quHCR9pa8kAsa3nqRsCBAgQIECAAAECixDwUQIECBAgQIAAAQIECBAgMBWBl+auN0yOS8bqvPPOGzzrWc8abLPNNoP6VaI14DvzzDPHPrfUhbpWXbOuXfeoe9U9N3K92mPttfa8kY90fXnx+zNAXLyZbxAgQIAAAQIECBAgQIAAgekKuDsBAgQIECBAgACB/gvUjxcemDZ2T05IJlb9KtEa8O2yyy6DK1/5yut+zekTnvCEwdFHHz349Kc/PfjOd74zuOiiiwa/+tWvBpdeeum61Hmt1Xv1mfpsfad+PWldo65V16xrT7zp+sXa0245rT3WXnM6O2WAODvPWqcdF7A9AgQIECBAgAABAgQIECBAoH0BHRIgQIAAAQJjAqdl5R7JbZK3JvXrQnMYr0suuWRQv2L0Na95zeCRj3zk4M53vvPgxje+8eCqV73q4IpXvOLgD/7gD9alzmut3qvP1GfrO/Xdusb4ledW6t61h9pL7en0uXdm7MQAccYeuHYJECBAYMUFXJAAAQIECBAgQIAAAQIECBBoX0CHBAisvsBZucXDky2TxyanJGtVda+6Z9279lB7Wat7d/I+BoidfCw2RYAAAQIECBAgsPoC7kCAAAECBAgQIECAAAECBAh0UOA/sqcjkzsk10kOTt6f/EuyhJr4lbpWXbOuXfeoe9U9694TvzBriwaIs/bE9UuAAAECBAgQIECAAIG+C9g/AQIECBAgQIAAAQKzIvDjNHpMct/kGsk2yb2T5ybHJvWTg9/N8eLk10n9CtJKnddavVefqc/Wd+q7dY26Vl2zrl33yFfVsIAB4rCG86kJuDEBAgQIECBAgAABAgQIECDQvoAOCRAgQIAAAQLLFLgg3/9g8oLkgUn95OC2OV4luUJSc69KnddavVefqc/Wd+q7dY18VC0kUIgLve89AgQIECCwkID3CBAgQIAAAQIECBAgQIAAgfYFdEiAAAECMyZggDhjD1y7BAgQIECAAIH1Av4lQIAAAQIECBAgQIAAAQIE2hfQIYGlCRggLs3NtwgQIECAAAECBAgQIDAdAXclQIAAAQIECBAgQIAAAQKrLGCAuMrAm3N5nyFAgAABAgQIECBAgAABAgTaF9AhAQIECBAgQIAAgb4IGCD25UnZJwECXRSwJwIECBAgQIAAAQIECBAgQKB9AR0SIECAAIGZEzBAnLlHrmECBAgQIEBgMGBAgAABAgQIECBAgAABAgQItC+gQwIElipggLhUOd8jQIAAAQIECBAgQGDtBdyRAAECBAgQIECAAAECBAgQWHWBqQ8QV71DNyBAgAABAgQIECBAgAABAgSmLmADBAgQIECAAAECBAj0R8AAsT/Pyk4JdE3AfggQIECAAAECBAgQIECAAIH2BXRIgAABAgQIzKCAAeIMPnQtEyBAgMCsC+ifAAECBAgQIECAAAECBAgQaF9AhwQIEFi6gAHi0u18kwABAgQIECBAgMDaCrgbAQIECBAgQIAAAQIECBC3tGXxAAAEZElEQVQg0L5ABzo0QOzAQ7AFAgQIECBAgAABAgQIEGhbQHcECBAgQIAAAQIECBDok4ABYp+elr12ScBeCBAgQIAAAQIECBAgQIAAgfYFdEiAAAECBAgQmEkBA8SZfOyaJkCAwCwL6J0AAQIECBAgQIAAAQIECBBoX0CHBAgQILAcAQPE5ej5LgECBAgQIECAwNoJuBMBAgQIECBAgAABAgQIECDQvoAOOyFggNiJx2ATBAgQIECAAAECBAgQaFdAZwQIECBAgAABAgQIECDQLwEDxH49r67s1j4IECBAgAABAgQIECBAgACB9gV0SIAAAQIECBAgMKMCBogz+uC1TYDArAromwABAgQIECBAgAABAgQIEGhfQIcECBAgQGB5AgaIy/PzbQIECBAgQIDA2gi4CwECBAgQIECAAAECBAgQINC+gA4JdETAALEjD8I2CBAgQIAAAQIECBBoU0BXBAgQIECAAAECBAgQIECgbwIGiIt/Yr5BgAABAgQIECBAgAABAgQItC+gQwIECBAgQIAAAQIzK2CAOLOPXuMEZlFAzwQIECBAgAABAgQIECBAgED7AjokQIAAAQIElitggLhcQd8nQIAAAQIEVl/AHQgQIECAAAECBAgQIECAAIH2BXRIgEBnBAwQO/MobIQAAQIECBAgQIBAewI6IkCAAAECBAgQIECAAAECBPonsNgBYv86tGMCBAgQIECAAAECBAgQIEBgsQI+T4AAAQIECBAgQIDADAsYIM7ww9f6rAnolwABAgQIECBAgAABAgQIEGhfQIcECBAgQIAAgeULGCAu39AVCBAgQIDA6gq4OgECBAgQIECAAAECBAgQINC+gA4JECDQIQEDxA49DFshQIAAAQIECBBoS0A3BAgQIECAAAECBAgQIECAQPsCLXZogNjiU9UTAQIECBAgQIAAAQIECCxHwHcJECBAgAABAgQIECAw0wIGiDP9+Gepeb0SIECAAAECBAgQIECAAAEC7QvokAABAgQIECBAYCUEDBBXQtE1CBAgQGD1BFyZAAECBAgQIECAAAECBAgQaF9AhwQIECDQKQEDxE49DpshQIAAAQIECLQjoBMCBAgQIECAAAECBAgQIECgfQEdtilggNjmc9UVAQIECBAgQIAAAQIElirgewQIECBAgAABAgQIECAw4wIGiDPxH4AmCRAgQIAAAQIECBAgQIAAgfYFdEiAAAECBAgQIEBgZQQMEFfG0VUIECCwOgKuSoAAAQIECBAgQIAAAQIECLQvoEMCBAgQINAxAQPEjj0Q2yFAgAABAgTaENAFAQIECBAgQIAAAQIECBAg0L6ADgm0KmCA2OqT1RcBAgQIECBAgAABAksR8B0CBAgQIECAAAECBAgQIDDzAjMwQJz5ZwyAAAECBAgQIECAAAECBAjMgIAWCRAgQIAAAQIECBBYKQEDxJWSdB0CBFZewBUJECBAgAABAgQIECBAgACB9gV0SIAAAQIECHRO4P8DAAD//yfA3PwAAAAGSURBVAMAxBsGXGu55PcAAAAASUVORK5CYII="/>
          <p:cNvSpPr>
            <a:spLocks noChangeAspect="1" noChangeArrowheads="1"/>
          </p:cNvSpPr>
          <p:nvPr/>
        </p:nvSpPr>
        <p:spPr bwMode="auto">
          <a:xfrm>
            <a:off x="63500" y="-136525"/>
            <a:ext cx="107632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67741" y="-45320"/>
            <a:ext cx="344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Mixers/tumblers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64" y="5214796"/>
            <a:ext cx="7858282" cy="14834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7739" y="4759636"/>
            <a:ext cx="344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Chain Hopping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2773925"/>
            <a:ext cx="8673094" cy="20649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" y="2299164"/>
            <a:ext cx="344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Peel Chain Pattern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0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2552" y="337737"/>
            <a:ext cx="3938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Technicacchnicalhnical</a:t>
            </a:r>
            <a:r>
              <a:rPr lang="en-US" dirty="0" smtClean="0"/>
              <a:t> </a:t>
            </a:r>
            <a:r>
              <a:rPr lang="en-US" dirty="0" err="1" smtClean="0"/>
              <a:t>approachch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43690" y="984068"/>
            <a:ext cx="6844578" cy="2691639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• We need to monitor the transactions continuously from public API’s</a:t>
            </a:r>
          </a:p>
          <a:p>
            <a:r>
              <a:rPr lang="en-US" dirty="0" smtClean="0"/>
              <a:t>• With the help of Python programming and Plotting libraries and Network Graphs we can successfully convert the transactions into Graphs to identify illegal patterns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52" y="3811508"/>
            <a:ext cx="3811507" cy="26255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863" y="3892988"/>
            <a:ext cx="4153614" cy="246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4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80" y="0"/>
            <a:ext cx="6554867" cy="1524000"/>
          </a:xfrm>
        </p:spPr>
        <p:txBody>
          <a:bodyPr/>
          <a:lstStyle/>
          <a:p>
            <a:r>
              <a:rPr dirty="0"/>
              <a:t>Conclusion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262" y="1321051"/>
            <a:ext cx="6554867" cy="3767670"/>
          </a:xfrm>
        </p:spPr>
        <p:txBody>
          <a:bodyPr/>
          <a:lstStyle/>
          <a:p>
            <a:r>
              <a:rPr dirty="0"/>
              <a:t>• Crypto tracing is essential for financial crime prevention.</a:t>
            </a:r>
          </a:p>
          <a:p>
            <a:r>
              <a:rPr dirty="0"/>
              <a:t>• Advances in AI and </a:t>
            </a:r>
            <a:r>
              <a:rPr dirty="0" err="1"/>
              <a:t>blockchain</a:t>
            </a:r>
            <a:r>
              <a:rPr dirty="0"/>
              <a:t> analytics improve detection.</a:t>
            </a:r>
          </a:p>
          <a:p>
            <a:r>
              <a:rPr dirty="0"/>
              <a:t>• Stronger regulations and global cooperation are key.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816</TotalTime>
  <Words>410</Words>
  <Application>Microsoft Office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Century Gothic</vt:lpstr>
      <vt:lpstr>Wingdings</vt:lpstr>
      <vt:lpstr>Wingdings 3</vt:lpstr>
      <vt:lpstr>Slice</vt:lpstr>
      <vt:lpstr>CipherCop Hackathon 2025</vt:lpstr>
      <vt:lpstr>Tracing illegal Crypto currency Transactions</vt:lpstr>
      <vt:lpstr>PowerPoint Presentation</vt:lpstr>
      <vt:lpstr>PowerPoint Presentation</vt:lpstr>
      <vt:lpstr>Key Techniques TO TRACE ILLEGAL TRANSACTIONS</vt:lpstr>
      <vt:lpstr>PowerPoint Presentation</vt:lpstr>
      <vt:lpstr>PowerPoint Presentation</vt:lpstr>
      <vt:lpstr>Conclusion &amp; Future Outlook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CypherCop Hackathon 2025</dc:title>
  <dc:subject/>
  <dc:creator/>
  <cp:keywords/>
  <dc:description>generated using python-pptx</dc:description>
  <cp:lastModifiedBy>DELL</cp:lastModifiedBy>
  <cp:revision>64</cp:revision>
  <dcterms:created xsi:type="dcterms:W3CDTF">2013-01-27T09:14:16Z</dcterms:created>
  <dcterms:modified xsi:type="dcterms:W3CDTF">2025-08-31T10:58:48Z</dcterms:modified>
  <cp:category/>
</cp:coreProperties>
</file>